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18.xml" ContentType="application/vnd.openxmlformats-officedocument.presentationml.slide+xml"/>
  <Override PartName="/ppt/slides/slide186.xml" ContentType="application/vnd.openxmlformats-officedocument.presentationml.slide+xml"/>
  <Override PartName="/ppt/slides/slide109.xml" ContentType="application/vnd.openxmlformats-officedocument.presentationml.slide+xml"/>
  <Override PartName="/ppt/slides/slide187.xml" ContentType="application/vnd.openxmlformats-officedocument.presentationml.slide+xml"/>
  <Override PartName="/ppt/slides/slide177.xml" ContentType="application/vnd.openxmlformats-officedocument.presentationml.slide+xml"/>
  <Override PartName="/ppt/slides/slide176.xml" ContentType="application/vnd.openxmlformats-officedocument.presentationml.slide+xml"/>
  <Override PartName="/ppt/slides/slide106.xml" ContentType="application/vnd.openxmlformats-officedocument.presentationml.slide+xml"/>
  <Override PartName="/ppt/slides/slide174.xml" ContentType="application/vnd.openxmlformats-officedocument.presentationml.slide+xml"/>
  <Override PartName="/ppt/slides/slide27.xml" ContentType="application/vnd.openxmlformats-officedocument.presentationml.slide+xml"/>
  <Override PartName="/ppt/slides/slide89.xml" ContentType="application/vnd.openxmlformats-officedocument.presentationml.slide+xml"/>
  <Override PartName="/ppt/slides/slide87.xml" ContentType="application/vnd.openxmlformats-officedocument.presentationml.slide+xml"/>
  <Override PartName="/ppt/slides/slide18.xml" ContentType="application/vnd.openxmlformats-officedocument.presentationml.slide+xml"/>
  <Override PartName="/ppt/slides/slide85.xml" ContentType="application/vnd.openxmlformats-officedocument.presentationml.slide+xml"/>
  <Override PartName="/ppt/slides/slide17.xml" ContentType="application/vnd.openxmlformats-officedocument.presentationml.slide+xml"/>
  <Override PartName="/ppt/slides/slide125.xml" ContentType="application/vnd.openxmlformats-officedocument.presentationml.slide+xml"/>
  <Override PartName="/ppt/slides/slide123.xml" ContentType="application/vnd.openxmlformats-officedocument.presentationml.slide+xml"/>
  <Override PartName="/ppt/slides/slide77.xml" ContentType="application/vnd.openxmlformats-officedocument.presentationml.slide+xml"/>
  <Override PartName="/ppt/slides/slide76.xml" ContentType="application/vnd.openxmlformats-officedocument.presentationml.slide+xml"/>
  <Override PartName="/ppt/slides/slide75.xml" ContentType="application/vnd.openxmlformats-officedocument.presentationml.slide+xml"/>
  <Override PartName="/ppt/slides/slide120.xml" ContentType="application/vnd.openxmlformats-officedocument.presentationml.slide+xml"/>
  <Override PartName="/ppt/slides/slide73.xml" ContentType="application/vnd.openxmlformats-officedocument.presentationml.slide+xml"/>
  <Override PartName="/ppt/slides/slide107.xml" ContentType="application/vnd.openxmlformats-officedocument.presentationml.slide+xml"/>
  <Override PartName="/ppt/slides/slide70.xml" ContentType="application/vnd.openxmlformats-officedocument.presentationml.slide+xml"/>
  <Override PartName="/ppt/slides/slide72.xml" ContentType="application/vnd.openxmlformats-officedocument.presentationml.slide+xml"/>
  <Override PartName="/ppt/slides/slide115.xml" ContentType="application/vnd.openxmlformats-officedocument.presentationml.slide+xml"/>
  <Override PartName="/ppt/slides/slide69.xml" ContentType="application/vnd.openxmlformats-officedocument.presentationml.slide+xml"/>
  <Override PartName="/ppt/slides/slide181.xml" ContentType="application/vnd.openxmlformats-officedocument.presentationml.slide+xml"/>
  <Override PartName="/ppt/slides/slide67.xml" ContentType="application/vnd.openxmlformats-officedocument.presentationml.slide+xml"/>
  <Override PartName="/ppt/slides/slide124.xml" ContentType="application/vnd.openxmlformats-officedocument.presentationml.slide+xml"/>
  <Override PartName="/ppt/slides/slide112.xml" ContentType="application/vnd.openxmlformats-officedocument.presentationml.slide+xml"/>
  <Override PartName="/ppt/slides/slide111.xml" ContentType="application/vnd.openxmlformats-officedocument.presentationml.slide+xml"/>
  <Override PartName="/ppt/slides/slide121.xml" ContentType="application/vnd.openxmlformats-officedocument.presentationml.slide+xml"/>
  <Override PartName="/ppt/slides/slide65.xml" ContentType="application/vnd.openxmlformats-officedocument.presentationml.slide+xml"/>
  <Override PartName="/ppt/slides/slide185.xml" ContentType="application/vnd.openxmlformats-officedocument.presentationml.slide+xml"/>
  <Override PartName="/ppt/slides/slide64.xml" ContentType="application/vnd.openxmlformats-officedocument.presentationml.slide+xml"/>
  <Override PartName="/ppt/slides/slide122.xml" ContentType="application/vnd.openxmlformats-officedocument.presentationml.slide+xml"/>
  <Override PartName="/ppt/slides/slide42.xml" ContentType="application/vnd.openxmlformats-officedocument.presentationml.slide+xml"/>
  <Override PartName="/ppt/slides/slide133.xml" ContentType="application/vnd.openxmlformats-officedocument.presentationml.slide+xml"/>
  <Override PartName="/ppt/slides/slide43.xml" ContentType="application/vnd.openxmlformats-officedocument.presentationml.slide+xml"/>
  <Override PartName="/ppt/slides/slide105.xml" ContentType="application/vnd.openxmlformats-officedocument.presentationml.slide+xml"/>
  <Override PartName="/ppt/slides/slide94.xml" ContentType="application/vnd.openxmlformats-officedocument.presentationml.slide+xml"/>
  <Override PartName="/ppt/slides/slide101.xml" ContentType="application/vnd.openxmlformats-officedocument.presentationml.slide+xml"/>
  <Override PartName="/ppt/slides/slide170.xml" ContentType="application/vnd.openxmlformats-officedocument.presentationml.slide+xml"/>
  <Override PartName="/ppt/slides/slide130.xml" ContentType="application/vnd.openxmlformats-officedocument.presentationml.slide+xml"/>
  <Override PartName="/ppt/slides/slide46.xml" ContentType="application/vnd.openxmlformats-officedocument.presentationml.slide+xml"/>
  <Override PartName="/ppt/slides/slide131.xml" ContentType="application/vnd.openxmlformats-officedocument.presentationml.slide+xml"/>
  <Override PartName="/ppt/slides/slide53.xml" ContentType="application/vnd.openxmlformats-officedocument.presentationml.slide+xml"/>
  <Override PartName="/ppt/slides/slide160.xml" ContentType="application/vnd.openxmlformats-officedocument.presentationml.slide+xml"/>
  <Override PartName="/ppt/slides/slide9.xml" ContentType="application/vnd.openxmlformats-officedocument.presentationml.slide+xml"/>
  <Override PartName="/ppt/slides/slide56.xml" ContentType="application/vnd.openxmlformats-officedocument.presentationml.slide+xml"/>
  <Override PartName="/ppt/slides/slide136.xml" ContentType="application/vnd.openxmlformats-officedocument.presentationml.slide+xml"/>
  <Override PartName="/ppt/slides/slide24.xml" ContentType="application/vnd.openxmlformats-officedocument.presentationml.slide+xml"/>
  <Override PartName="/ppt/slides/slide128.xml" ContentType="application/vnd.openxmlformats-officedocument.presentationml.slide+xml"/>
  <Override PartName="/ppt/slides/slide74.xml" ContentType="application/vnd.openxmlformats-officedocument.presentationml.slide+xml"/>
  <Override PartName="/ppt/slides/slide165.xml" ContentType="application/vnd.openxmlformats-officedocument.presentationml.slide+xml"/>
  <Override PartName="/ppt/slides/slide158.xml" ContentType="application/vnd.openxmlformats-officedocument.presentationml.slide+xml"/>
  <Override PartName="/ppt/slides/slide36.xml" ContentType="application/vnd.openxmlformats-officedocument.presentationml.slide+xml"/>
  <Override PartName="/ppt/slides/slide142.xml" ContentType="application/vnd.openxmlformats-officedocument.presentationml.slide+xml"/>
  <Override PartName="/ppt/slides/slide78.xml" ContentType="application/vnd.openxmlformats-officedocument.presentationml.slide+xml"/>
  <Override PartName="/ppt/slides/slide31.xml" ContentType="application/vnd.openxmlformats-officedocument.presentationml.slide+xml"/>
  <Override PartName="/ppt/slides/slide140.xml" ContentType="application/vnd.openxmlformats-officedocument.presentationml.slide+xml"/>
  <Override PartName="/ppt/slides/slide184.xml" ContentType="application/vnd.openxmlformats-officedocument.presentationml.slide+xml"/>
  <Override PartName="/ppt/slides/slide13.xml" ContentType="application/vnd.openxmlformats-officedocument.presentationml.slide+xml"/>
  <Override PartName="/ppt/slides/slide117.xml" ContentType="application/vnd.openxmlformats-officedocument.presentationml.slide+xml"/>
  <Override PartName="/ppt/slides/slide79.xml" ContentType="application/vnd.openxmlformats-officedocument.presentationml.slide+xml"/>
  <Override PartName="/ppt/slides/slide152.xml" ContentType="application/vnd.openxmlformats-officedocument.presentationml.slide+xml"/>
  <Override PartName="/ppt/slides/slide161.xml" ContentType="application/vnd.openxmlformats-officedocument.presentationml.slide+xml"/>
  <Override PartName="/ppt/slides/slide95.xml" ContentType="application/vnd.openxmlformats-officedocument.presentationml.slide+xml"/>
  <Override PartName="/ppt/slides/slide169.xml" ContentType="application/vnd.openxmlformats-officedocument.presentationml.slide+xml"/>
  <Override PartName="/ppt/slides/slide59.xml" ContentType="application/vnd.openxmlformats-officedocument.presentationml.slide+xml"/>
  <Override PartName="/ppt/slides/slide183.xml" ContentType="application/vnd.openxmlformats-officedocument.presentationml.slide+xml"/>
  <Override PartName="/ppt/slides/slide44.xml" ContentType="application/vnd.openxmlformats-officedocument.presentationml.slide+xml"/>
  <Override PartName="/ppt/slides/slide163.xml" ContentType="application/vnd.openxmlformats-officedocument.presentationml.slide+xml"/>
  <Override PartName="/ppt/slides/slide92.xml" ContentType="application/vnd.openxmlformats-officedocument.presentationml.slide+xml"/>
  <Override PartName="/ppt/slides/slide168.xml" ContentType="application/vnd.openxmlformats-officedocument.presentationml.slide+xml"/>
  <Override PartName="/ppt/slides/slide110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175.xml" ContentType="application/vnd.openxmlformats-officedocument.presentationml.slide+xml"/>
  <Override PartName="/ppt/slides/slide182.xml" ContentType="application/vnd.openxmlformats-officedocument.presentationml.slide+xml"/>
  <Override PartName="/ppt/slides/slide6.xml" ContentType="application/vnd.openxmlformats-officedocument.presentationml.slide+xml"/>
  <Override PartName="/ppt/slides/slide162.xml" ContentType="application/vnd.openxmlformats-officedocument.presentationml.slide+xml"/>
  <Override PartName="/ppt/slides/slide54.xml" ContentType="application/vnd.openxmlformats-officedocument.presentationml.slide+xml"/>
  <Override PartName="/ppt/slides/slide116.xml" ContentType="application/vnd.openxmlformats-officedocument.presentationml.slide+xml"/>
  <Override PartName="/ppt/slides/slide150.xml" ContentType="application/vnd.openxmlformats-officedocument.presentationml.slide+xml"/>
  <Override PartName="/ppt/slides/slide86.xml" ContentType="application/vnd.openxmlformats-officedocument.presentationml.slide+xml"/>
  <Override PartName="/ppt/slides/slide180.xml" ContentType="application/vnd.openxmlformats-officedocument.presentationml.slide+xml"/>
  <Override PartName="/ppt/slides/slide100.xml" ContentType="application/vnd.openxmlformats-officedocument.presentationml.slide+xml"/>
  <Override PartName="/ppt/slides/slide119.xml" ContentType="application/vnd.openxmlformats-officedocument.presentationml.slide+xml"/>
  <Override PartName="/ppt/slides/slide137.xml" ContentType="application/vnd.openxmlformats-officedocument.presentationml.slide+xml"/>
  <Override PartName="/ppt/slides/slide166.xml" ContentType="application/vnd.openxmlformats-officedocument.presentationml.slide+xml"/>
  <Override PartName="/ppt/slides/slide102.xml" ContentType="application/vnd.openxmlformats-officedocument.presentationml.slide+xml"/>
  <Override PartName="/ppt/slides/slide108.xml" ContentType="application/vnd.openxmlformats-officedocument.presentationml.slide+xml"/>
  <Override PartName="/ppt/slides/slide145.xml" ContentType="application/vnd.openxmlformats-officedocument.presentationml.slide+xml"/>
  <Override PartName="/ppt/slides/slide164.xml" ContentType="application/vnd.openxmlformats-officedocument.presentationml.slide+xml"/>
  <Override PartName="/ppt/slides/slide148.xml" ContentType="application/vnd.openxmlformats-officedocument.presentationml.slide+xml"/>
  <Override PartName="/ppt/slides/slide159.xml" ContentType="application/vnd.openxmlformats-officedocument.presentationml.slide+xml"/>
  <Override PartName="/ppt/slides/slide146.xml" ContentType="application/vnd.openxmlformats-officedocument.presentationml.slide+xml"/>
  <Override PartName="/ppt/slides/slide51.xml" ContentType="application/vnd.openxmlformats-officedocument.presentationml.slide+xml"/>
  <Override PartName="/ppt/slides/slide179.xml" ContentType="application/vnd.openxmlformats-officedocument.presentationml.slide+xml"/>
  <Override PartName="/ppt/slides/slide157.xml" ContentType="application/vnd.openxmlformats-officedocument.presentationml.slide+xml"/>
  <Override PartName="/ppt/slides/slide34.xml" ContentType="application/vnd.openxmlformats-officedocument.presentationml.slide+xml"/>
  <Override PartName="/ppt/slides/slide132.xml" ContentType="application/vnd.openxmlformats-officedocument.presentationml.slide+xml"/>
  <Override PartName="/ppt/slides/slide156.xml" ContentType="application/vnd.openxmlformats-officedocument.presentationml.slide+xml"/>
  <Override PartName="/ppt/slides/slide155.xml" ContentType="application/vnd.openxmlformats-officedocument.presentationml.slide+xml"/>
  <Override PartName="/ppt/slides/slide154.xml" ContentType="application/vnd.openxmlformats-officedocument.presentationml.slide+xml"/>
  <Override PartName="/ppt/slides/slide45.xml" ContentType="application/vnd.openxmlformats-officedocument.presentationml.slide+xml"/>
  <Override PartName="/ppt/slides/slide52.xml" ContentType="application/vnd.openxmlformats-officedocument.presentationml.slide+xml"/>
  <Override PartName="/ppt/slides/slide30.xml" ContentType="application/vnd.openxmlformats-officedocument.presentationml.slide+xml"/>
  <Override PartName="/ppt/slides/slide153.xml" ContentType="application/vnd.openxmlformats-officedocument.presentationml.slide+xml"/>
  <Override PartName="/ppt/slides/slide14.xml" ContentType="application/vnd.openxmlformats-officedocument.presentationml.slide+xml"/>
  <Override PartName="/ppt/slides/slide134.xml" ContentType="application/vnd.openxmlformats-officedocument.presentationml.slide+xml"/>
  <Override PartName="/ppt/slides/slide151.xml" ContentType="application/vnd.openxmlformats-officedocument.presentationml.slide+xml"/>
  <Override PartName="/ppt/slides/slide37.xml" ContentType="application/vnd.openxmlformats-officedocument.presentationml.slide+xml"/>
  <Override PartName="/ppt/slides/slide149.xml" ContentType="application/vnd.openxmlformats-officedocument.presentationml.slide+xml"/>
  <Override PartName="/ppt/slides/slide83.xml" ContentType="application/vnd.openxmlformats-officedocument.presentationml.slide+xml"/>
  <Override PartName="/ppt/slides/slide139.xml" ContentType="application/vnd.openxmlformats-officedocument.presentationml.slide+xml"/>
  <Override PartName="/ppt/slides/slide147.xml" ContentType="application/vnd.openxmlformats-officedocument.presentationml.slide+xml"/>
  <Override PartName="/ppt/slides/slide55.xml" ContentType="application/vnd.openxmlformats-officedocument.presentationml.slide+xml"/>
  <Override PartName="/ppt/slides/slide143.xml" ContentType="application/vnd.openxmlformats-officedocument.presentationml.slide+xml"/>
  <Override PartName="/ppt/slides/slide41.xml" ContentType="application/vnd.openxmlformats-officedocument.presentationml.slide+xml"/>
  <Override PartName="/ppt/slides/slide98.xml" ContentType="application/vnd.openxmlformats-officedocument.presentationml.slide+xml"/>
  <Override PartName="/ppt/slides/slide23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5.xml" ContentType="application/vnd.openxmlformats-officedocument.presentationml.slide+xml"/>
  <Override PartName="/ppt/slides/slide80.xml" ContentType="application/vnd.openxmlformats-officedocument.presentationml.slide+xml"/>
  <Override PartName="/ppt/slides/slide33.xml" ContentType="application/vnd.openxmlformats-officedocument.presentationml.slide+xml"/>
  <Override PartName="/ppt/slides/slide20.xml" ContentType="application/vnd.openxmlformats-officedocument.presentationml.slide+xml"/>
  <Override PartName="/ppt/slides/slide173.xml" ContentType="application/vnd.openxmlformats-officedocument.presentationml.slide+xml"/>
  <Override PartName="/ppt/slides/slide90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58.xml" ContentType="application/vnd.openxmlformats-officedocument.presentationml.slide+xml"/>
  <Override PartName="/ppt/slides/slide19.xml" ContentType="application/vnd.openxmlformats-officedocument.presentationml.slide+xml"/>
  <Override PartName="/ppt/slides/slide50.xml" ContentType="application/vnd.openxmlformats-officedocument.presentationml.slide+xml"/>
  <Override PartName="/ppt/slides/slide15.xml" ContentType="application/vnd.openxmlformats-officedocument.presentationml.slide+xml"/>
  <Override PartName="/ppt/slides/slide126.xml" ContentType="application/vnd.openxmlformats-officedocument.presentationml.slide+xml"/>
  <Override PartName="/ppt/slides/slide10.xml" ContentType="application/vnd.openxmlformats-officedocument.presentationml.slide+xml"/>
  <Override PartName="/ppt/slides/slide172.xml" ContentType="application/vnd.openxmlformats-officedocument.presentationml.slide+xml"/>
  <Override PartName="/ppt/slides/slide144.xml" ContentType="application/vnd.openxmlformats-officedocument.presentationml.slide+xml"/>
  <Override PartName="/ppt/slides/slide25.xml" ContentType="application/vnd.openxmlformats-officedocument.presentationml.slide+xml"/>
  <Override PartName="/ppt/slides/slide114.xml" ContentType="application/vnd.openxmlformats-officedocument.presentationml.slide+xml"/>
  <Override PartName="/ppt/slides/slide21.xml" ContentType="application/vnd.openxmlformats-officedocument.presentationml.slide+xml"/>
  <Override PartName="/ppt/slides/slide66.xml" ContentType="application/vnd.openxmlformats-officedocument.presentationml.slide+xml"/>
  <Override PartName="/ppt/slides/slide138.xml" ContentType="application/vnd.openxmlformats-officedocument.presentationml.slide+xml"/>
  <Override PartName="/ppt/slides/slide49.xml" ContentType="application/vnd.openxmlformats-officedocument.presentationml.slide+xml"/>
  <Override PartName="/ppt/slides/slide68.xml" ContentType="application/vnd.openxmlformats-officedocument.presentationml.slide+xml"/>
  <Override PartName="/ppt/slides/slide99.xml" ContentType="application/vnd.openxmlformats-officedocument.presentationml.slide+xml"/>
  <Override PartName="/ppt/slides/slide57.xml" ContentType="application/vnd.openxmlformats-officedocument.presentationml.slide+xml"/>
  <Override PartName="/ppt/slides/slide171.xml" ContentType="application/vnd.openxmlformats-officedocument.presentationml.slide+xml"/>
  <Override PartName="/ppt/slides/slide48.xml" ContentType="application/vnd.openxmlformats-officedocument.presentationml.slide+xml"/>
  <Override PartName="/ppt/slides/slide3.xml" ContentType="application/vnd.openxmlformats-officedocument.presentationml.slide+xml"/>
  <Override PartName="/ppt/slides/slide47.xml" ContentType="application/vnd.openxmlformats-officedocument.presentationml.slide+xml"/>
  <Override PartName="/ppt/slides/slide178.xml" ContentType="application/vnd.openxmlformats-officedocument.presentationml.slide+xml"/>
  <Override PartName="/ppt/slides/slide16.xml" ContentType="application/vnd.openxmlformats-officedocument.presentationml.slide+xml"/>
  <Override PartName="/ppt/slides/slide135.xml" ContentType="application/vnd.openxmlformats-officedocument.presentationml.slide+xml"/>
  <Override PartName="/ppt/slides/slide8.xml" ContentType="application/vnd.openxmlformats-officedocument.presentationml.slide+xml"/>
  <Override PartName="/ppt/slides/slide84.xml" ContentType="application/vnd.openxmlformats-officedocument.presentationml.slide+xml"/>
  <Override PartName="/ppt/slides/slide81.xml" ContentType="application/vnd.openxmlformats-officedocument.presentationml.slide+xml"/>
  <Override PartName="/ppt/slides/slide91.xml" ContentType="application/vnd.openxmlformats-officedocument.presentationml.slide+xml"/>
  <Override PartName="/ppt/slides/slide1.xml" ContentType="application/vnd.openxmlformats-officedocument.presentationml.slide+xml"/>
  <Override PartName="/ppt/slides/slide167.xml" ContentType="application/vnd.openxmlformats-officedocument.presentationml.slide+xml"/>
  <Override PartName="/ppt/slides/slide32.xml" ContentType="application/vnd.openxmlformats-officedocument.presentationml.slide+xml"/>
  <Override PartName="/ppt/slides/slide93.xml" ContentType="application/vnd.openxmlformats-officedocument.presentationml.slide+xml"/>
  <Override PartName="/ppt/slides/slide7.xml" ContentType="application/vnd.openxmlformats-officedocument.presentationml.slide+xml"/>
  <Override PartName="/ppt/slides/slide113.xml" ContentType="application/vnd.openxmlformats-officedocument.presentationml.slide+xml"/>
  <Override PartName="/ppt/slides/slide12.xml" ContentType="application/vnd.openxmlformats-officedocument.presentationml.slide+xml"/>
  <Override PartName="/ppt/slides/slide82.xml" ContentType="application/vnd.openxmlformats-officedocument.presentationml.slide+xml"/>
  <Override PartName="/ppt/slides/slide2.xml" ContentType="application/vnd.openxmlformats-officedocument.presentationml.slide+xml"/>
  <Override PartName="/ppt/slides/slide96.xml" ContentType="application/vnd.openxmlformats-officedocument.presentationml.slide+xml"/>
  <Override PartName="/ppt/slides/slide71.xml" ContentType="application/vnd.openxmlformats-officedocument.presentationml.slide+xml"/>
  <Override PartName="/ppt/slides/slide61.xml" ContentType="application/vnd.openxmlformats-officedocument.presentationml.slide+xml"/>
  <Override PartName="/ppt/slides/slide28.xml" ContentType="application/vnd.openxmlformats-officedocument.presentationml.slide+xml"/>
  <Override PartName="/ppt/slides/slide129.xml" ContentType="application/vnd.openxmlformats-officedocument.presentationml.slide+xml"/>
  <Override PartName="/ppt/slides/slide141.xml" ContentType="application/vnd.openxmlformats-officedocument.presentationml.slide+xml"/>
  <Override PartName="/ppt/slides/slide97.xml" ContentType="application/vnd.openxmlformats-officedocument.presentationml.slide+xml"/>
  <Override PartName="/ppt/slides/slide88.xml" ContentType="application/vnd.openxmlformats-officedocument.presentationml.slide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60.xml" ContentType="application/vnd.openxmlformats-officedocument.presentationml.slide+xml"/>
  <Override PartName="/ppt/slides/slide104.xml" ContentType="application/vnd.openxmlformats-officedocument.presentationml.slide+xml"/>
  <Override PartName="/ppt/slides/slide62.xml" ContentType="application/vnd.openxmlformats-officedocument.presentationml.slide+xml"/>
  <Override PartName="/ppt/slides/slide127.xml" ContentType="application/vnd.openxmlformats-officedocument.presentationml.slide+xml"/>
  <Override PartName="/ppt/slides/slide63.xml" ContentType="application/vnd.openxmlformats-officedocument.presentationml.slide+xml"/>
  <Override PartName="/ppt/notesSlides/notesSlide124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9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AD96C5D-3543-4CC8-BFB0-0D0BA6F579E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_rels/notesSlide68.xml.rels><?xml version="1.0" encoding="UTF-8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
</Relationships>
</file>

<file path=ppt/notesSlides/_rels/notesSlide69.xml.rels><?xml version="1.0" encoding="UTF-8"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
</Relationships>
</file>

<file path=ppt/notesSlides/_rels/notesSlide70.xml.rels><?xml version="1.0" encoding="UTF-8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
</Relationships>
</file>

<file path=ppt/notesSlides/_rels/notesSlide71.xml.rels><?xml version="1.0" encoding="UTF-8"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
</Relationships>
</file>

<file path=ppt/notesSlides/_rels/notesSlide72.xml.rels><?xml version="1.0" encoding="UTF-8"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
</Relationships>
</file>

<file path=ppt/notesSlides/_rels/notesSlide73.xml.rels><?xml version="1.0" encoding="UTF-8"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
</Relationships>
</file>

<file path=ppt/notesSlides/_rels/notesSlide74.xml.rels><?xml version="1.0" encoding="UTF-8"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
</Relationships>
</file>

<file path=ppt/notesSlides/_rels/notesSlide75.xml.rels><?xml version="1.0" encoding="UTF-8"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
</Relationships>
</file>

<file path=ppt/notesSlides/_rels/notesSlide76.xml.rels><?xml version="1.0" encoding="UTF-8"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
</Relationships>
</file>

<file path=ppt/notesSlides/_rels/notesSlide77.xml.rels><?xml version="1.0" encoding="UTF-8"?>
<Relationships xmlns="http://schemas.openxmlformats.org/package/2006/relationships"><Relationship Id="rId1" Type="http://schemas.openxmlformats.org/officeDocument/2006/relationships/slide" Target="../slides/slide77.xml"/><Relationship Id="rId2" Type="http://schemas.openxmlformats.org/officeDocument/2006/relationships/notesMaster" Target="../notesMasters/notesMaster1.xml"/>
</Relationships>
</file>

<file path=ppt/notesSlides/_rels/notesSlide78.xml.rels><?xml version="1.0" encoding="UTF-8"?>
<Relationships xmlns="http://schemas.openxmlformats.org/package/2006/relationships"><Relationship Id="rId1" Type="http://schemas.openxmlformats.org/officeDocument/2006/relationships/slide" Target="../slides/slide78.xml"/><Relationship Id="rId2" Type="http://schemas.openxmlformats.org/officeDocument/2006/relationships/notesMaster" Target="../notesMasters/notesMaster1.xml"/>
</Relationships>
</file>

<file path=ppt/notesSlides/_rels/notesSlide79.xml.rels><?xml version="1.0" encoding="UTF-8"?>
<Relationships xmlns="http://schemas.openxmlformats.org/package/2006/relationships"><Relationship Id="rId1" Type="http://schemas.openxmlformats.org/officeDocument/2006/relationships/slide" Target="../slides/slide79.xml"/><Relationship Id="rId2" Type="http://schemas.openxmlformats.org/officeDocument/2006/relationships/notesMaster" Target="../notesMasters/notesMaster1.xml"/>
</Relationships>
</file>

<file path=ppt/notesSlides/_rels/notesSlide80.xml.rels><?xml version="1.0" encoding="UTF-8"?>
<Relationships xmlns="http://schemas.openxmlformats.org/package/2006/relationships"><Relationship Id="rId1" Type="http://schemas.openxmlformats.org/officeDocument/2006/relationships/slide" Target="../slides/slide80.xml"/><Relationship Id="rId2" Type="http://schemas.openxmlformats.org/officeDocument/2006/relationships/notesMaster" Target="../notesMasters/notesMaster1.xml"/>
</Relationships>
</file>

<file path=ppt/notesSlides/_rels/notesSlide81.xml.rels><?xml version="1.0" encoding="UTF-8"?>
<Relationships xmlns="http://schemas.openxmlformats.org/package/2006/relationships"><Relationship Id="rId1" Type="http://schemas.openxmlformats.org/officeDocument/2006/relationships/slide" Target="../slides/slide81.xml"/><Relationship Id="rId2" Type="http://schemas.openxmlformats.org/officeDocument/2006/relationships/notesMaster" Target="../notesMasters/notesMaster1.xml"/>
</Relationships>
</file>

<file path=ppt/notesSlides/_rels/notesSlide82.xml.rels><?xml version="1.0" encoding="UTF-8"?>
<Relationships xmlns="http://schemas.openxmlformats.org/package/2006/relationships"><Relationship Id="rId1" Type="http://schemas.openxmlformats.org/officeDocument/2006/relationships/slide" Target="../slides/slide82.xml"/><Relationship Id="rId2" Type="http://schemas.openxmlformats.org/officeDocument/2006/relationships/notesMaster" Target="../notesMasters/notesMaster1.xml"/>
</Relationships>
</file>

<file path=ppt/notesSlides/_rels/notesSlide83.xml.rels><?xml version="1.0" encoding="UTF-8"?>
<Relationships xmlns="http://schemas.openxmlformats.org/package/2006/relationships"><Relationship Id="rId1" Type="http://schemas.openxmlformats.org/officeDocument/2006/relationships/slide" Target="../slides/slide83.xml"/><Relationship Id="rId2" Type="http://schemas.openxmlformats.org/officeDocument/2006/relationships/notesMaster" Target="../notesMasters/notesMaster1.xml"/>
</Relationships>
</file>

<file path=ppt/notesSlides/_rels/notesSlide84.xml.rels><?xml version="1.0" encoding="UTF-8"?>
<Relationships xmlns="http://schemas.openxmlformats.org/package/2006/relationships"><Relationship Id="rId1" Type="http://schemas.openxmlformats.org/officeDocument/2006/relationships/slide" Target="../slides/slide84.xml"/><Relationship Id="rId2" Type="http://schemas.openxmlformats.org/officeDocument/2006/relationships/notesMaster" Target="../notesMasters/notesMaster1.xml"/>
</Relationships>
</file>

<file path=ppt/notesSlides/_rels/notesSlide85.xml.rels><?xml version="1.0" encoding="UTF-8"?>
<Relationships xmlns="http://schemas.openxmlformats.org/package/2006/relationships"><Relationship Id="rId1" Type="http://schemas.openxmlformats.org/officeDocument/2006/relationships/slide" Target="../slides/slide85.xml"/><Relationship Id="rId2" Type="http://schemas.openxmlformats.org/officeDocument/2006/relationships/notesMaster" Target="../notesMasters/notesMaster1.xml"/>
</Relationships>
</file>

<file path=ppt/notesSlides/_rels/notesSlide86.xml.rels><?xml version="1.0" encoding="UTF-8"?>
<Relationships xmlns="http://schemas.openxmlformats.org/package/2006/relationships"><Relationship Id="rId1" Type="http://schemas.openxmlformats.org/officeDocument/2006/relationships/slide" Target="../slides/slide86.xml"/><Relationship Id="rId2" Type="http://schemas.openxmlformats.org/officeDocument/2006/relationships/notesMaster" Target="../notesMasters/notesMaster1.xml"/>
</Relationships>
</file>

<file path=ppt/notesSlides/_rels/notesSlide87.xml.rels><?xml version="1.0" encoding="UTF-8"?>
<Relationships xmlns="http://schemas.openxmlformats.org/package/2006/relationships"><Relationship Id="rId1" Type="http://schemas.openxmlformats.org/officeDocument/2006/relationships/slide" Target="../slides/slide87.xml"/><Relationship Id="rId2" Type="http://schemas.openxmlformats.org/officeDocument/2006/relationships/notesMaster" Target="../notesMasters/notesMaster1.xml"/>
</Relationships>
</file>

<file path=ppt/notesSlides/_rels/notesSlide88.xml.rels><?xml version="1.0" encoding="UTF-8"?>
<Relationships xmlns="http://schemas.openxmlformats.org/package/2006/relationships"><Relationship Id="rId1" Type="http://schemas.openxmlformats.org/officeDocument/2006/relationships/slide" Target="../slides/slide88.xml"/><Relationship Id="rId2" Type="http://schemas.openxmlformats.org/officeDocument/2006/relationships/notesMaster" Target="../notesMasters/notesMaster1.xml"/>
</Relationships>
</file>

<file path=ppt/notesSlides/_rels/notesSlide89.xml.rels><?xml version="1.0" encoding="UTF-8"?>
<Relationships xmlns="http://schemas.openxmlformats.org/package/2006/relationships"><Relationship Id="rId1" Type="http://schemas.openxmlformats.org/officeDocument/2006/relationships/slide" Target="../slides/slide89.xml"/><Relationship Id="rId2" Type="http://schemas.openxmlformats.org/officeDocument/2006/relationships/notesMaster" Target="../notesMasters/notesMaster1.xml"/>
</Relationships>
</file>

<file path=ppt/notesSlides/_rels/notesSlide90.xml.rels><?xml version="1.0" encoding="UTF-8"?>
<Relationships xmlns="http://schemas.openxmlformats.org/package/2006/relationships"><Relationship Id="rId1" Type="http://schemas.openxmlformats.org/officeDocument/2006/relationships/slide" Target="../slides/slide90.xml"/><Relationship Id="rId2" Type="http://schemas.openxmlformats.org/officeDocument/2006/relationships/notesMaster" Target="../notesMasters/notesMaster1.xml"/>
</Relationships>
</file>

<file path=ppt/notesSlides/_rels/notesSlide91.xml.rels><?xml version="1.0" encoding="UTF-8"?>
<Relationships xmlns="http://schemas.openxmlformats.org/package/2006/relationships"><Relationship Id="rId1" Type="http://schemas.openxmlformats.org/officeDocument/2006/relationships/slide" Target="../slides/slide91.xml"/><Relationship Id="rId2" Type="http://schemas.openxmlformats.org/officeDocument/2006/relationships/notesMaster" Target="../notesMasters/notesMaster1.xml"/>
</Relationships>
</file>

<file path=ppt/notesSlides/_rels/notesSlide92.xml.rels><?xml version="1.0" encoding="UTF-8"?>
<Relationships xmlns="http://schemas.openxmlformats.org/package/2006/relationships"><Relationship Id="rId1" Type="http://schemas.openxmlformats.org/officeDocument/2006/relationships/slide" Target="../slides/slide92.xml"/><Relationship Id="rId2" Type="http://schemas.openxmlformats.org/officeDocument/2006/relationships/notesMaster" Target="../notesMasters/notesMaster1.xml"/>
</Relationships>
</file>

<file path=ppt/notesSlides/_rels/notesSlide93.xml.rels><?xml version="1.0" encoding="UTF-8"?>
<Relationships xmlns="http://schemas.openxmlformats.org/package/2006/relationships"><Relationship Id="rId1" Type="http://schemas.openxmlformats.org/officeDocument/2006/relationships/slide" Target="../slides/slide93.xml"/><Relationship Id="rId2" Type="http://schemas.openxmlformats.org/officeDocument/2006/relationships/notesMaster" Target="../notesMasters/notesMaster1.xml"/>
</Relationships>
</file>

<file path=ppt/notesSlides/_rels/notesSlide94.xml.rels><?xml version="1.0" encoding="UTF-8"?>
<Relationships xmlns="http://schemas.openxmlformats.org/package/2006/relationships"><Relationship Id="rId1" Type="http://schemas.openxmlformats.org/officeDocument/2006/relationships/slide" Target="../slides/slide94.xml"/><Relationship Id="rId2" Type="http://schemas.openxmlformats.org/officeDocument/2006/relationships/notesMaster" Target="../notesMasters/notesMaster1.xml"/>
</Relationships>
</file>

<file path=ppt/notesSlides/_rels/notesSlide95.xml.rels><?xml version="1.0" encoding="UTF-8"?>
<Relationships xmlns="http://schemas.openxmlformats.org/package/2006/relationships"><Relationship Id="rId1" Type="http://schemas.openxmlformats.org/officeDocument/2006/relationships/slide" Target="../slides/slide95.xml"/><Relationship Id="rId2" Type="http://schemas.openxmlformats.org/officeDocument/2006/relationships/notesMaster" Target="../notesMasters/notesMaster1.xml"/>
</Relationships>
</file>

<file path=ppt/notesSlides/_rels/notesSlide96.xml.rels><?xml version="1.0" encoding="UTF-8"?>
<Relationships xmlns="http://schemas.openxmlformats.org/package/2006/relationships"><Relationship Id="rId1" Type="http://schemas.openxmlformats.org/officeDocument/2006/relationships/slide" Target="../slides/slide96.xml"/><Relationship Id="rId2" Type="http://schemas.openxmlformats.org/officeDocument/2006/relationships/notesMaster" Target="../notesMasters/notesMaster1.xml"/>
</Relationships>
</file>

<file path=ppt/notesSlides/_rels/notesSlide97.xml.rels><?xml version="1.0" encoding="UTF-8"?>
<Relationships xmlns="http://schemas.openxmlformats.org/package/2006/relationships"><Relationship Id="rId1" Type="http://schemas.openxmlformats.org/officeDocument/2006/relationships/slide" Target="../slides/slide97.xml"/><Relationship Id="rId2" Type="http://schemas.openxmlformats.org/officeDocument/2006/relationships/notesMaster" Target="../notesMasters/notesMaster1.xml"/>
</Relationships>
</file>

<file path=ppt/notesSlides/_rels/notesSlide98.xml.rels><?xml version="1.0" encoding="UTF-8"?>
<Relationships xmlns="http://schemas.openxmlformats.org/package/2006/relationships"><Relationship Id="rId1" Type="http://schemas.openxmlformats.org/officeDocument/2006/relationships/slide" Target="../slides/slide98.xml"/><Relationship Id="rId2" Type="http://schemas.openxmlformats.org/officeDocument/2006/relationships/notesMaster" Target="../notesMasters/notesMaster1.xml"/>
</Relationships>
</file>

<file path=ppt/notesSlides/_rels/notesSlide99.xml.rels><?xml version="1.0" encoding="UTF-8"?>
<Relationships xmlns="http://schemas.openxmlformats.org/package/2006/relationships"><Relationship Id="rId1" Type="http://schemas.openxmlformats.org/officeDocument/2006/relationships/slide" Target="../slides/slide99.xml"/><Relationship Id="rId2" Type="http://schemas.openxmlformats.org/officeDocument/2006/relationships/notesMaster" Target="../notesMasters/notesMaster1.xml"/>
</Relationships>
</file>

<file path=ppt/notesSlides/_rels/notesSlide100.xml.rels><?xml version="1.0" encoding="UTF-8"?>
<Relationships xmlns="http://schemas.openxmlformats.org/package/2006/relationships"><Relationship Id="rId1" Type="http://schemas.openxmlformats.org/officeDocument/2006/relationships/slide" Target="../slides/slide100.xml"/><Relationship Id="rId2" Type="http://schemas.openxmlformats.org/officeDocument/2006/relationships/notesMaster" Target="../notesMasters/notesMaster1.xml"/>
</Relationships>
</file>

<file path=ppt/notesSlides/_rels/notesSlide101.xml.rels><?xml version="1.0" encoding="UTF-8"?>
<Relationships xmlns="http://schemas.openxmlformats.org/package/2006/relationships"><Relationship Id="rId1" Type="http://schemas.openxmlformats.org/officeDocument/2006/relationships/slide" Target="../slides/slide101.xml"/><Relationship Id="rId2" Type="http://schemas.openxmlformats.org/officeDocument/2006/relationships/notesMaster" Target="../notesMasters/notesMaster1.xml"/>
</Relationships>
</file>

<file path=ppt/notesSlides/_rels/notesSlide102.xml.rels><?xml version="1.0" encoding="UTF-8"?>
<Relationships xmlns="http://schemas.openxmlformats.org/package/2006/relationships"><Relationship Id="rId1" Type="http://schemas.openxmlformats.org/officeDocument/2006/relationships/slide" Target="../slides/slide102.xml"/><Relationship Id="rId2" Type="http://schemas.openxmlformats.org/officeDocument/2006/relationships/notesMaster" Target="../notesMasters/notesMaster1.xml"/>
</Relationships>
</file>

<file path=ppt/notesSlides/_rels/notesSlide103.xml.rels><?xml version="1.0" encoding="UTF-8"?>
<Relationships xmlns="http://schemas.openxmlformats.org/package/2006/relationships"><Relationship Id="rId1" Type="http://schemas.openxmlformats.org/officeDocument/2006/relationships/slide" Target="../slides/slide103.xml"/><Relationship Id="rId2" Type="http://schemas.openxmlformats.org/officeDocument/2006/relationships/notesMaster" Target="../notesMasters/notesMaster1.xml"/>
</Relationships>
</file>

<file path=ppt/notesSlides/_rels/notesSlide104.xml.rels><?xml version="1.0" encoding="UTF-8"?>
<Relationships xmlns="http://schemas.openxmlformats.org/package/2006/relationships"><Relationship Id="rId1" Type="http://schemas.openxmlformats.org/officeDocument/2006/relationships/slide" Target="../slides/slide104.xml"/><Relationship Id="rId2" Type="http://schemas.openxmlformats.org/officeDocument/2006/relationships/notesMaster" Target="../notesMasters/notesMaster1.xml"/>
</Relationships>
</file>

<file path=ppt/notesSlides/_rels/notesSlide105.xml.rels><?xml version="1.0" encoding="UTF-8"?>
<Relationships xmlns="http://schemas.openxmlformats.org/package/2006/relationships"><Relationship Id="rId1" Type="http://schemas.openxmlformats.org/officeDocument/2006/relationships/slide" Target="../slides/slide105.xml"/><Relationship Id="rId2" Type="http://schemas.openxmlformats.org/officeDocument/2006/relationships/notesMaster" Target="../notesMasters/notesMaster1.xml"/>
</Relationships>
</file>

<file path=ppt/notesSlides/_rels/notesSlide106.xml.rels><?xml version="1.0" encoding="UTF-8"?>
<Relationships xmlns="http://schemas.openxmlformats.org/package/2006/relationships"><Relationship Id="rId1" Type="http://schemas.openxmlformats.org/officeDocument/2006/relationships/slide" Target="../slides/slide106.xml"/><Relationship Id="rId2" Type="http://schemas.openxmlformats.org/officeDocument/2006/relationships/notesMaster" Target="../notesMasters/notesMaster1.xml"/>
</Relationships>
</file>

<file path=ppt/notesSlides/_rels/notesSlide107.xml.rels><?xml version="1.0" encoding="UTF-8"?>
<Relationships xmlns="http://schemas.openxmlformats.org/package/2006/relationships"><Relationship Id="rId1" Type="http://schemas.openxmlformats.org/officeDocument/2006/relationships/slide" Target="../slides/slide107.xml"/><Relationship Id="rId2" Type="http://schemas.openxmlformats.org/officeDocument/2006/relationships/notesMaster" Target="../notesMasters/notesMaster1.xml"/>
</Relationships>
</file>

<file path=ppt/notesSlides/_rels/notesSlide108.xml.rels><?xml version="1.0" encoding="UTF-8"?>
<Relationships xmlns="http://schemas.openxmlformats.org/package/2006/relationships"><Relationship Id="rId1" Type="http://schemas.openxmlformats.org/officeDocument/2006/relationships/slide" Target="../slides/slide108.xml"/><Relationship Id="rId2" Type="http://schemas.openxmlformats.org/officeDocument/2006/relationships/notesMaster" Target="../notesMasters/notesMaster1.xml"/>
</Relationships>
</file>

<file path=ppt/notesSlides/_rels/notesSlide109.xml.rels><?xml version="1.0" encoding="UTF-8"?>
<Relationships xmlns="http://schemas.openxmlformats.org/package/2006/relationships"><Relationship Id="rId1" Type="http://schemas.openxmlformats.org/officeDocument/2006/relationships/slide" Target="../slides/slide109.xml"/><Relationship Id="rId2" Type="http://schemas.openxmlformats.org/officeDocument/2006/relationships/notesMaster" Target="../notesMasters/notesMaster1.xml"/>
</Relationships>
</file>

<file path=ppt/notesSlides/_rels/notesSlide110.xml.rels><?xml version="1.0" encoding="UTF-8"?>
<Relationships xmlns="http://schemas.openxmlformats.org/package/2006/relationships"><Relationship Id="rId1" Type="http://schemas.openxmlformats.org/officeDocument/2006/relationships/slide" Target="../slides/slide110.xml"/><Relationship Id="rId2" Type="http://schemas.openxmlformats.org/officeDocument/2006/relationships/notesMaster" Target="../notesMasters/notesMaster1.xml"/>
</Relationships>
</file>

<file path=ppt/notesSlides/_rels/notesSlide111.xml.rels><?xml version="1.0" encoding="UTF-8"?>
<Relationships xmlns="http://schemas.openxmlformats.org/package/2006/relationships"><Relationship Id="rId1" Type="http://schemas.openxmlformats.org/officeDocument/2006/relationships/slide" Target="../slides/slide111.xml"/><Relationship Id="rId2" Type="http://schemas.openxmlformats.org/officeDocument/2006/relationships/notesMaster" Target="../notesMasters/notesMaster1.xml"/>
</Relationships>
</file>

<file path=ppt/notesSlides/_rels/notesSlide112.xml.rels><?xml version="1.0" encoding="UTF-8"?>
<Relationships xmlns="http://schemas.openxmlformats.org/package/2006/relationships"><Relationship Id="rId1" Type="http://schemas.openxmlformats.org/officeDocument/2006/relationships/slide" Target="../slides/slide112.xml"/><Relationship Id="rId2" Type="http://schemas.openxmlformats.org/officeDocument/2006/relationships/notesMaster" Target="../notesMasters/notesMaster1.xml"/>
</Relationships>
</file>

<file path=ppt/notesSlides/_rels/notesSlide113.xml.rels><?xml version="1.0" encoding="UTF-8"?>
<Relationships xmlns="http://schemas.openxmlformats.org/package/2006/relationships"><Relationship Id="rId1" Type="http://schemas.openxmlformats.org/officeDocument/2006/relationships/slide" Target="../slides/slide113.xml"/><Relationship Id="rId2" Type="http://schemas.openxmlformats.org/officeDocument/2006/relationships/notesMaster" Target="../notesMasters/notesMaster1.xml"/>
</Relationships>
</file>

<file path=ppt/notesSlides/_rels/notesSlide114.xml.rels><?xml version="1.0" encoding="UTF-8"?>
<Relationships xmlns="http://schemas.openxmlformats.org/package/2006/relationships"><Relationship Id="rId1" Type="http://schemas.openxmlformats.org/officeDocument/2006/relationships/slide" Target="../slides/slide114.xml"/><Relationship Id="rId2" Type="http://schemas.openxmlformats.org/officeDocument/2006/relationships/notesMaster" Target="../notesMasters/notesMaster1.xml"/>
</Relationships>
</file>

<file path=ppt/notesSlides/_rels/notesSlide115.xml.rels><?xml version="1.0" encoding="UTF-8"?>
<Relationships xmlns="http://schemas.openxmlformats.org/package/2006/relationships"><Relationship Id="rId1" Type="http://schemas.openxmlformats.org/officeDocument/2006/relationships/slide" Target="../slides/slide115.xml"/><Relationship Id="rId2" Type="http://schemas.openxmlformats.org/officeDocument/2006/relationships/notesMaster" Target="../notesMasters/notesMaster1.xml"/>
</Relationships>
</file>

<file path=ppt/notesSlides/_rels/notesSlide116.xml.rels><?xml version="1.0" encoding="UTF-8"?>
<Relationships xmlns="http://schemas.openxmlformats.org/package/2006/relationships"><Relationship Id="rId1" Type="http://schemas.openxmlformats.org/officeDocument/2006/relationships/slide" Target="../slides/slide116.xml"/><Relationship Id="rId2" Type="http://schemas.openxmlformats.org/officeDocument/2006/relationships/notesMaster" Target="../notesMasters/notesMaster1.xml"/>
</Relationships>
</file>

<file path=ppt/notesSlides/_rels/notesSlide117.xml.rels><?xml version="1.0" encoding="UTF-8"?>
<Relationships xmlns="http://schemas.openxmlformats.org/package/2006/relationships"><Relationship Id="rId1" Type="http://schemas.openxmlformats.org/officeDocument/2006/relationships/slide" Target="../slides/slide117.xml"/><Relationship Id="rId2" Type="http://schemas.openxmlformats.org/officeDocument/2006/relationships/notesMaster" Target="../notesMasters/notesMaster1.xml"/>
</Relationships>
</file>

<file path=ppt/notesSlides/_rels/notesSlide118.xml.rels><?xml version="1.0" encoding="UTF-8"?>
<Relationships xmlns="http://schemas.openxmlformats.org/package/2006/relationships"><Relationship Id="rId1" Type="http://schemas.openxmlformats.org/officeDocument/2006/relationships/slide" Target="../slides/slide118.xml"/><Relationship Id="rId2" Type="http://schemas.openxmlformats.org/officeDocument/2006/relationships/notesMaster" Target="../notesMasters/notesMaster1.xml"/>
</Relationships>
</file>

<file path=ppt/notesSlides/_rels/notesSlide119.xml.rels><?xml version="1.0" encoding="UTF-8"?>
<Relationships xmlns="http://schemas.openxmlformats.org/package/2006/relationships"><Relationship Id="rId1" Type="http://schemas.openxmlformats.org/officeDocument/2006/relationships/slide" Target="../slides/slide119.xml"/><Relationship Id="rId2" Type="http://schemas.openxmlformats.org/officeDocument/2006/relationships/notesMaster" Target="../notesMasters/notesMaster1.xml"/>
</Relationships>
</file>

<file path=ppt/notesSlides/_rels/notesSlide120.xml.rels><?xml version="1.0" encoding="UTF-8"?>
<Relationships xmlns="http://schemas.openxmlformats.org/package/2006/relationships"><Relationship Id="rId1" Type="http://schemas.openxmlformats.org/officeDocument/2006/relationships/slide" Target="../slides/slide120.xml"/><Relationship Id="rId2" Type="http://schemas.openxmlformats.org/officeDocument/2006/relationships/notesMaster" Target="../notesMasters/notesMaster1.xml"/>
</Relationships>
</file>

<file path=ppt/notesSlides/_rels/notesSlide121.xml.rels><?xml version="1.0" encoding="UTF-8"?>
<Relationships xmlns="http://schemas.openxmlformats.org/package/2006/relationships"><Relationship Id="rId1" Type="http://schemas.openxmlformats.org/officeDocument/2006/relationships/slide" Target="../slides/slide121.xml"/><Relationship Id="rId2" Type="http://schemas.openxmlformats.org/officeDocument/2006/relationships/notesMaster" Target="../notesMasters/notesMaster1.xml"/>
</Relationships>
</file>

<file path=ppt/notesSlides/_rels/notesSlide122.xml.rels><?xml version="1.0" encoding="UTF-8"?>
<Relationships xmlns="http://schemas.openxmlformats.org/package/2006/relationships"><Relationship Id="rId1" Type="http://schemas.openxmlformats.org/officeDocument/2006/relationships/slide" Target="../slides/slide122.xml"/><Relationship Id="rId2" Type="http://schemas.openxmlformats.org/officeDocument/2006/relationships/notesMaster" Target="../notesMasters/notesMaster1.xml"/>
</Relationships>
</file>

<file path=ppt/notesSlides/_rels/notesSlide123.xml.rels><?xml version="1.0" encoding="UTF-8"?>
<Relationships xmlns="http://schemas.openxmlformats.org/package/2006/relationships"><Relationship Id="rId1" Type="http://schemas.openxmlformats.org/officeDocument/2006/relationships/slide" Target="../slides/slide123.xml"/><Relationship Id="rId2" Type="http://schemas.openxmlformats.org/officeDocument/2006/relationships/notesMaster" Target="../notesMasters/notesMaster1.xml"/>
</Relationships>
</file>

<file path=ppt/notesSlides/_rels/notesSlide124.xml.rels><?xml version="1.0" encoding="UTF-8"?>
<Relationships xmlns="http://schemas.openxmlformats.org/package/2006/relationships"><Relationship Id="rId1" Type="http://schemas.openxmlformats.org/officeDocument/2006/relationships/slide" Target="../slides/slide124.xml"/><Relationship Id="rId2" Type="http://schemas.openxmlformats.org/officeDocument/2006/relationships/notesMaster" Target="../notesMasters/notesMaster1.xml"/>
</Relationships>
</file>

<file path=ppt/notesSlides/_rels/notesSlide125.xml.rels><?xml version="1.0" encoding="UTF-8"?>
<Relationships xmlns="http://schemas.openxmlformats.org/package/2006/relationships"><Relationship Id="rId1" Type="http://schemas.openxmlformats.org/officeDocument/2006/relationships/slide" Target="../slides/slide125.xml"/><Relationship Id="rId2" Type="http://schemas.openxmlformats.org/officeDocument/2006/relationships/notesMaster" Target="../notesMasters/notesMaster1.xml"/>
</Relationships>
</file>

<file path=ppt/notesSlides/_rels/notesSlide126.xml.rels><?xml version="1.0" encoding="UTF-8"?>
<Relationships xmlns="http://schemas.openxmlformats.org/package/2006/relationships"><Relationship Id="rId1" Type="http://schemas.openxmlformats.org/officeDocument/2006/relationships/slide" Target="../slides/slide126.xml"/><Relationship Id="rId2" Type="http://schemas.openxmlformats.org/officeDocument/2006/relationships/notesMaster" Target="../notesMasters/notesMaster1.xml"/>
</Relationships>
</file>

<file path=ppt/notesSlides/_rels/notesSlide127.xml.rels><?xml version="1.0" encoding="UTF-8"?>
<Relationships xmlns="http://schemas.openxmlformats.org/package/2006/relationships"><Relationship Id="rId1" Type="http://schemas.openxmlformats.org/officeDocument/2006/relationships/slide" Target="../slides/slide127.xml"/><Relationship Id="rId2" Type="http://schemas.openxmlformats.org/officeDocument/2006/relationships/notesMaster" Target="../notesMasters/notesMaster1.xml"/>
</Relationships>
</file>

<file path=ppt/notesSlides/_rels/notesSlide128.xml.rels><?xml version="1.0" encoding="UTF-8"?>
<Relationships xmlns="http://schemas.openxmlformats.org/package/2006/relationships"><Relationship Id="rId1" Type="http://schemas.openxmlformats.org/officeDocument/2006/relationships/slide" Target="../slides/slide128.xml"/><Relationship Id="rId2" Type="http://schemas.openxmlformats.org/officeDocument/2006/relationships/notesMaster" Target="../notesMasters/notesMaster1.xml"/>
</Relationships>
</file>

<file path=ppt/notesSlides/_rels/notesSlide129.xml.rels><?xml version="1.0" encoding="UTF-8"?>
<Relationships xmlns="http://schemas.openxmlformats.org/package/2006/relationships"><Relationship Id="rId1" Type="http://schemas.openxmlformats.org/officeDocument/2006/relationships/slide" Target="../slides/slide129.xml"/><Relationship Id="rId2" Type="http://schemas.openxmlformats.org/officeDocument/2006/relationships/notesMaster" Target="../notesMasters/notesMaster1.xml"/>
</Relationships>
</file>

<file path=ppt/notesSlides/_rels/notesSlide130.xml.rels><?xml version="1.0" encoding="UTF-8"?>
<Relationships xmlns="http://schemas.openxmlformats.org/package/2006/relationships"><Relationship Id="rId1" Type="http://schemas.openxmlformats.org/officeDocument/2006/relationships/slide" Target="../slides/slide130.xml"/><Relationship Id="rId2" Type="http://schemas.openxmlformats.org/officeDocument/2006/relationships/notesMaster" Target="../notesMasters/notesMaster1.xml"/>
</Relationships>
</file>

<file path=ppt/notesSlides/_rels/notesSlide131.xml.rels><?xml version="1.0" encoding="UTF-8"?>
<Relationships xmlns="http://schemas.openxmlformats.org/package/2006/relationships"><Relationship Id="rId1" Type="http://schemas.openxmlformats.org/officeDocument/2006/relationships/slide" Target="../slides/slide131.xml"/><Relationship Id="rId2" Type="http://schemas.openxmlformats.org/officeDocument/2006/relationships/notesMaster" Target="../notesMasters/notesMaster1.xml"/>
</Relationships>
</file>

<file path=ppt/notesSlides/_rels/notesSlide132.xml.rels><?xml version="1.0" encoding="UTF-8"?>
<Relationships xmlns="http://schemas.openxmlformats.org/package/2006/relationships"><Relationship Id="rId1" Type="http://schemas.openxmlformats.org/officeDocument/2006/relationships/slide" Target="../slides/slide132.xml"/><Relationship Id="rId2" Type="http://schemas.openxmlformats.org/officeDocument/2006/relationships/notesMaster" Target="../notesMasters/notesMaster1.xml"/>
</Relationships>
</file>

<file path=ppt/notesSlides/_rels/notesSlide133.xml.rels><?xml version="1.0" encoding="UTF-8"?>
<Relationships xmlns="http://schemas.openxmlformats.org/package/2006/relationships"><Relationship Id="rId1" Type="http://schemas.openxmlformats.org/officeDocument/2006/relationships/slide" Target="../slides/slide133.xml"/><Relationship Id="rId2" Type="http://schemas.openxmlformats.org/officeDocument/2006/relationships/notesMaster" Target="../notesMasters/notesMaster1.xml"/>
</Relationships>
</file>

<file path=ppt/notesSlides/_rels/notesSlide134.xml.rels><?xml version="1.0" encoding="UTF-8"?>
<Relationships xmlns="http://schemas.openxmlformats.org/package/2006/relationships"><Relationship Id="rId1" Type="http://schemas.openxmlformats.org/officeDocument/2006/relationships/slide" Target="../slides/slide134.xml"/><Relationship Id="rId2" Type="http://schemas.openxmlformats.org/officeDocument/2006/relationships/notesMaster" Target="../notesMasters/notesMaster1.xml"/>
</Relationships>
</file>

<file path=ppt/notesSlides/_rels/notesSlide135.xml.rels><?xml version="1.0" encoding="UTF-8"?>
<Relationships xmlns="http://schemas.openxmlformats.org/package/2006/relationships"><Relationship Id="rId1" Type="http://schemas.openxmlformats.org/officeDocument/2006/relationships/slide" Target="../slides/slide135.xml"/><Relationship Id="rId2" Type="http://schemas.openxmlformats.org/officeDocument/2006/relationships/notesMaster" Target="../notesMasters/notesMaster1.xml"/>
</Relationships>
</file>

<file path=ppt/notesSlides/_rels/notesSlide136.xml.rels><?xml version="1.0" encoding="UTF-8"?>
<Relationships xmlns="http://schemas.openxmlformats.org/package/2006/relationships"><Relationship Id="rId1" Type="http://schemas.openxmlformats.org/officeDocument/2006/relationships/slide" Target="../slides/slide136.xml"/><Relationship Id="rId2" Type="http://schemas.openxmlformats.org/officeDocument/2006/relationships/notesMaster" Target="../notesMasters/notesMaster1.xml"/>
</Relationships>
</file>

<file path=ppt/notesSlides/_rels/notesSlide137.xml.rels><?xml version="1.0" encoding="UTF-8"?>
<Relationships xmlns="http://schemas.openxmlformats.org/package/2006/relationships"><Relationship Id="rId1" Type="http://schemas.openxmlformats.org/officeDocument/2006/relationships/slide" Target="../slides/slide137.xml"/><Relationship Id="rId2" Type="http://schemas.openxmlformats.org/officeDocument/2006/relationships/notesMaster" Target="../notesMasters/notesMaster1.xml"/>
</Relationships>
</file>

<file path=ppt/notesSlides/_rels/notesSlide138.xml.rels><?xml version="1.0" encoding="UTF-8"?>
<Relationships xmlns="http://schemas.openxmlformats.org/package/2006/relationships"><Relationship Id="rId1" Type="http://schemas.openxmlformats.org/officeDocument/2006/relationships/slide" Target="../slides/slide138.xml"/><Relationship Id="rId2" Type="http://schemas.openxmlformats.org/officeDocument/2006/relationships/notesMaster" Target="../notesMasters/notesMaster1.xml"/>
</Relationships>
</file>

<file path=ppt/notesSlides/_rels/notesSlide139.xml.rels><?xml version="1.0" encoding="UTF-8"?>
<Relationships xmlns="http://schemas.openxmlformats.org/package/2006/relationships"><Relationship Id="rId1" Type="http://schemas.openxmlformats.org/officeDocument/2006/relationships/slide" Target="../slides/slide139.xml"/><Relationship Id="rId2" Type="http://schemas.openxmlformats.org/officeDocument/2006/relationships/notesMaster" Target="../notesMasters/notesMaster1.xml"/>
</Relationships>
</file>

<file path=ppt/notesSlides/_rels/notesSlide140.xml.rels><?xml version="1.0" encoding="UTF-8"?>
<Relationships xmlns="http://schemas.openxmlformats.org/package/2006/relationships"><Relationship Id="rId1" Type="http://schemas.openxmlformats.org/officeDocument/2006/relationships/slide" Target="../slides/slide140.xml"/><Relationship Id="rId2" Type="http://schemas.openxmlformats.org/officeDocument/2006/relationships/notesMaster" Target="../notesMasters/notesMaster1.xml"/>
</Relationships>
</file>

<file path=ppt/notesSlides/_rels/notesSlide141.xml.rels><?xml version="1.0" encoding="UTF-8"?>
<Relationships xmlns="http://schemas.openxmlformats.org/package/2006/relationships"><Relationship Id="rId1" Type="http://schemas.openxmlformats.org/officeDocument/2006/relationships/slide" Target="../slides/slide141.xml"/><Relationship Id="rId2" Type="http://schemas.openxmlformats.org/officeDocument/2006/relationships/notesMaster" Target="../notesMasters/notesMaster1.xml"/>
</Relationships>
</file>

<file path=ppt/notesSlides/_rels/notesSlide142.xml.rels><?xml version="1.0" encoding="UTF-8"?>
<Relationships xmlns="http://schemas.openxmlformats.org/package/2006/relationships"><Relationship Id="rId1" Type="http://schemas.openxmlformats.org/officeDocument/2006/relationships/slide" Target="../slides/slide142.xml"/><Relationship Id="rId2" Type="http://schemas.openxmlformats.org/officeDocument/2006/relationships/notesMaster" Target="../notesMasters/notesMaster1.xml"/>
</Relationships>
</file>

<file path=ppt/notesSlides/_rels/notesSlide143.xml.rels><?xml version="1.0" encoding="UTF-8"?>
<Relationships xmlns="http://schemas.openxmlformats.org/package/2006/relationships"><Relationship Id="rId1" Type="http://schemas.openxmlformats.org/officeDocument/2006/relationships/slide" Target="../slides/slide143.xml"/><Relationship Id="rId2" Type="http://schemas.openxmlformats.org/officeDocument/2006/relationships/notesMaster" Target="../notesMasters/notesMaster1.xml"/>
</Relationships>
</file>

<file path=ppt/notesSlides/_rels/notesSlide144.xml.rels><?xml version="1.0" encoding="UTF-8"?>
<Relationships xmlns="http://schemas.openxmlformats.org/package/2006/relationships"><Relationship Id="rId1" Type="http://schemas.openxmlformats.org/officeDocument/2006/relationships/slide" Target="../slides/slide144.xml"/><Relationship Id="rId2" Type="http://schemas.openxmlformats.org/officeDocument/2006/relationships/notesMaster" Target="../notesMasters/notesMaster1.xml"/>
</Relationships>
</file>

<file path=ppt/notesSlides/_rels/notesSlide145.xml.rels><?xml version="1.0" encoding="UTF-8"?>
<Relationships xmlns="http://schemas.openxmlformats.org/package/2006/relationships"><Relationship Id="rId1" Type="http://schemas.openxmlformats.org/officeDocument/2006/relationships/slide" Target="../slides/slide145.xml"/><Relationship Id="rId2" Type="http://schemas.openxmlformats.org/officeDocument/2006/relationships/notesMaster" Target="../notesMasters/notesMaster1.xml"/>
</Relationships>
</file>

<file path=ppt/notesSlides/_rels/notesSlide146.xml.rels><?xml version="1.0" encoding="UTF-8"?>
<Relationships xmlns="http://schemas.openxmlformats.org/package/2006/relationships"><Relationship Id="rId1" Type="http://schemas.openxmlformats.org/officeDocument/2006/relationships/slide" Target="../slides/slide146.xml"/><Relationship Id="rId2" Type="http://schemas.openxmlformats.org/officeDocument/2006/relationships/notesMaster" Target="../notesMasters/notesMaster1.xml"/>
</Relationships>
</file>

<file path=ppt/notesSlides/_rels/notesSlide147.xml.rels><?xml version="1.0" encoding="UTF-8"?>
<Relationships xmlns="http://schemas.openxmlformats.org/package/2006/relationships"><Relationship Id="rId1" Type="http://schemas.openxmlformats.org/officeDocument/2006/relationships/slide" Target="../slides/slide147.xml"/><Relationship Id="rId2" Type="http://schemas.openxmlformats.org/officeDocument/2006/relationships/notesMaster" Target="../notesMasters/notesMaster1.xml"/>
</Relationships>
</file>

<file path=ppt/notesSlides/_rels/notesSlide148.xml.rels><?xml version="1.0" encoding="UTF-8"?>
<Relationships xmlns="http://schemas.openxmlformats.org/package/2006/relationships"><Relationship Id="rId1" Type="http://schemas.openxmlformats.org/officeDocument/2006/relationships/slide" Target="../slides/slide148.xml"/><Relationship Id="rId2" Type="http://schemas.openxmlformats.org/officeDocument/2006/relationships/notesMaster" Target="../notesMasters/notesMaster1.xml"/>
</Relationships>
</file>

<file path=ppt/notesSlides/_rels/notesSlide149.xml.rels><?xml version="1.0" encoding="UTF-8"?>
<Relationships xmlns="http://schemas.openxmlformats.org/package/2006/relationships"><Relationship Id="rId1" Type="http://schemas.openxmlformats.org/officeDocument/2006/relationships/slide" Target="../slides/slide149.xml"/><Relationship Id="rId2" Type="http://schemas.openxmlformats.org/officeDocument/2006/relationships/notesMaster" Target="../notesMasters/notesMaster1.xml"/>
</Relationships>
</file>

<file path=ppt/notesSlides/_rels/notesSlide150.xml.rels><?xml version="1.0" encoding="UTF-8"?>
<Relationships xmlns="http://schemas.openxmlformats.org/package/2006/relationships"><Relationship Id="rId1" Type="http://schemas.openxmlformats.org/officeDocument/2006/relationships/slide" Target="../slides/slide150.xml"/><Relationship Id="rId2" Type="http://schemas.openxmlformats.org/officeDocument/2006/relationships/notesMaster" Target="../notesMasters/notesMaster1.xml"/>
</Relationships>
</file>

<file path=ppt/notesSlides/_rels/notesSlide151.xml.rels><?xml version="1.0" encoding="UTF-8"?>
<Relationships xmlns="http://schemas.openxmlformats.org/package/2006/relationships"><Relationship Id="rId1" Type="http://schemas.openxmlformats.org/officeDocument/2006/relationships/slide" Target="../slides/slide151.xml"/><Relationship Id="rId2" Type="http://schemas.openxmlformats.org/officeDocument/2006/relationships/notesMaster" Target="../notesMasters/notesMaster1.xml"/>
</Relationships>
</file>

<file path=ppt/notesSlides/_rels/notesSlide152.xml.rels><?xml version="1.0" encoding="UTF-8"?>
<Relationships xmlns="http://schemas.openxmlformats.org/package/2006/relationships"><Relationship Id="rId1" Type="http://schemas.openxmlformats.org/officeDocument/2006/relationships/slide" Target="../slides/slide152.xml"/><Relationship Id="rId2" Type="http://schemas.openxmlformats.org/officeDocument/2006/relationships/notesMaster" Target="../notesMasters/notesMaster1.xml"/>
</Relationships>
</file>

<file path=ppt/notesSlides/_rels/notesSlide153.xml.rels><?xml version="1.0" encoding="UTF-8"?>
<Relationships xmlns="http://schemas.openxmlformats.org/package/2006/relationships"><Relationship Id="rId1" Type="http://schemas.openxmlformats.org/officeDocument/2006/relationships/slide" Target="../slides/slide153.xml"/><Relationship Id="rId2" Type="http://schemas.openxmlformats.org/officeDocument/2006/relationships/notesMaster" Target="../notesMasters/notesMaster1.xml"/>
</Relationships>
</file>

<file path=ppt/notesSlides/_rels/notesSlide154.xml.rels><?xml version="1.0" encoding="UTF-8"?>
<Relationships xmlns="http://schemas.openxmlformats.org/package/2006/relationships"><Relationship Id="rId1" Type="http://schemas.openxmlformats.org/officeDocument/2006/relationships/slide" Target="../slides/slide154.xml"/><Relationship Id="rId2" Type="http://schemas.openxmlformats.org/officeDocument/2006/relationships/notesMaster" Target="../notesMasters/notesMaster1.xml"/>
</Relationships>
</file>

<file path=ppt/notesSlides/_rels/notesSlide155.xml.rels><?xml version="1.0" encoding="UTF-8"?>
<Relationships xmlns="http://schemas.openxmlformats.org/package/2006/relationships"><Relationship Id="rId1" Type="http://schemas.openxmlformats.org/officeDocument/2006/relationships/slide" Target="../slides/slide155.xml"/><Relationship Id="rId2" Type="http://schemas.openxmlformats.org/officeDocument/2006/relationships/notesMaster" Target="../notesMasters/notesMaster1.xml"/>
</Relationships>
</file>

<file path=ppt/notesSlides/_rels/notesSlide156.xml.rels><?xml version="1.0" encoding="UTF-8"?>
<Relationships xmlns="http://schemas.openxmlformats.org/package/2006/relationships"><Relationship Id="rId1" Type="http://schemas.openxmlformats.org/officeDocument/2006/relationships/slide" Target="../slides/slide156.xml"/><Relationship Id="rId2" Type="http://schemas.openxmlformats.org/officeDocument/2006/relationships/notesMaster" Target="../notesMasters/notesMaster1.xml"/>
</Relationships>
</file>

<file path=ppt/notesSlides/_rels/notesSlide157.xml.rels><?xml version="1.0" encoding="UTF-8"?>
<Relationships xmlns="http://schemas.openxmlformats.org/package/2006/relationships"><Relationship Id="rId1" Type="http://schemas.openxmlformats.org/officeDocument/2006/relationships/slide" Target="../slides/slide157.xml"/><Relationship Id="rId2" Type="http://schemas.openxmlformats.org/officeDocument/2006/relationships/notesMaster" Target="../notesMasters/notesMaster1.xml"/>
</Relationships>
</file>

<file path=ppt/notesSlides/_rels/notesSlide158.xml.rels><?xml version="1.0" encoding="UTF-8"?>
<Relationships xmlns="http://schemas.openxmlformats.org/package/2006/relationships"><Relationship Id="rId1" Type="http://schemas.openxmlformats.org/officeDocument/2006/relationships/slide" Target="../slides/slide158.xml"/><Relationship Id="rId2" Type="http://schemas.openxmlformats.org/officeDocument/2006/relationships/notesMaster" Target="../notesMasters/notesMaster1.xml"/>
</Relationships>
</file>

<file path=ppt/notesSlides/_rels/notesSlide159.xml.rels><?xml version="1.0" encoding="UTF-8"?>
<Relationships xmlns="http://schemas.openxmlformats.org/package/2006/relationships"><Relationship Id="rId1" Type="http://schemas.openxmlformats.org/officeDocument/2006/relationships/slide" Target="../slides/slide159.xml"/><Relationship Id="rId2" Type="http://schemas.openxmlformats.org/officeDocument/2006/relationships/notesMaster" Target="../notesMasters/notesMaster1.xml"/>
</Relationships>
</file>

<file path=ppt/notesSlides/_rels/notesSlide160.xml.rels><?xml version="1.0" encoding="UTF-8"?>
<Relationships xmlns="http://schemas.openxmlformats.org/package/2006/relationships"><Relationship Id="rId1" Type="http://schemas.openxmlformats.org/officeDocument/2006/relationships/slide" Target="../slides/slide160.xml"/><Relationship Id="rId2" Type="http://schemas.openxmlformats.org/officeDocument/2006/relationships/notesMaster" Target="../notesMasters/notesMaster1.xml"/>
</Relationships>
</file>

<file path=ppt/notesSlides/_rels/notesSlide161.xml.rels><?xml version="1.0" encoding="UTF-8"?>
<Relationships xmlns="http://schemas.openxmlformats.org/package/2006/relationships"><Relationship Id="rId1" Type="http://schemas.openxmlformats.org/officeDocument/2006/relationships/slide" Target="../slides/slide161.xml"/><Relationship Id="rId2" Type="http://schemas.openxmlformats.org/officeDocument/2006/relationships/notesMaster" Target="../notesMasters/notesMaster1.xml"/>
</Relationships>
</file>

<file path=ppt/notesSlides/_rels/notesSlide162.xml.rels><?xml version="1.0" encoding="UTF-8"?>
<Relationships xmlns="http://schemas.openxmlformats.org/package/2006/relationships"><Relationship Id="rId1" Type="http://schemas.openxmlformats.org/officeDocument/2006/relationships/slide" Target="../slides/slide162.xml"/><Relationship Id="rId2" Type="http://schemas.openxmlformats.org/officeDocument/2006/relationships/notesMaster" Target="../notesMasters/notesMaster1.xml"/>
</Relationships>
</file>

<file path=ppt/notesSlides/_rels/notesSlide163.xml.rels><?xml version="1.0" encoding="UTF-8"?>
<Relationships xmlns="http://schemas.openxmlformats.org/package/2006/relationships"><Relationship Id="rId1" Type="http://schemas.openxmlformats.org/officeDocument/2006/relationships/slide" Target="../slides/slide163.xml"/><Relationship Id="rId2" Type="http://schemas.openxmlformats.org/officeDocument/2006/relationships/notesMaster" Target="../notesMasters/notesMaster1.xml"/>
</Relationships>
</file>

<file path=ppt/notesSlides/_rels/notesSlide164.xml.rels><?xml version="1.0" encoding="UTF-8"?>
<Relationships xmlns="http://schemas.openxmlformats.org/package/2006/relationships"><Relationship Id="rId1" Type="http://schemas.openxmlformats.org/officeDocument/2006/relationships/slide" Target="../slides/slide164.xml"/><Relationship Id="rId2" Type="http://schemas.openxmlformats.org/officeDocument/2006/relationships/notesMaster" Target="../notesMasters/notesMaster1.xml"/>
</Relationships>
</file>

<file path=ppt/notesSlides/_rels/notesSlide165.xml.rels><?xml version="1.0" encoding="UTF-8"?>
<Relationships xmlns="http://schemas.openxmlformats.org/package/2006/relationships"><Relationship Id="rId1" Type="http://schemas.openxmlformats.org/officeDocument/2006/relationships/slide" Target="../slides/slide165.xml"/><Relationship Id="rId2" Type="http://schemas.openxmlformats.org/officeDocument/2006/relationships/notesMaster" Target="../notesMasters/notesMaster1.xml"/>
</Relationships>
</file>

<file path=ppt/notesSlides/_rels/notesSlide166.xml.rels><?xml version="1.0" encoding="UTF-8"?>
<Relationships xmlns="http://schemas.openxmlformats.org/package/2006/relationships"><Relationship Id="rId1" Type="http://schemas.openxmlformats.org/officeDocument/2006/relationships/slide" Target="../slides/slide166.xml"/><Relationship Id="rId2" Type="http://schemas.openxmlformats.org/officeDocument/2006/relationships/notesMaster" Target="../notesMasters/notesMaster1.xml"/>
</Relationships>
</file>

<file path=ppt/notesSlides/_rels/notesSlide167.xml.rels><?xml version="1.0" encoding="UTF-8"?>
<Relationships xmlns="http://schemas.openxmlformats.org/package/2006/relationships"><Relationship Id="rId1" Type="http://schemas.openxmlformats.org/officeDocument/2006/relationships/slide" Target="../slides/slide167.xml"/><Relationship Id="rId2" Type="http://schemas.openxmlformats.org/officeDocument/2006/relationships/notesMaster" Target="../notesMasters/notesMaster1.xml"/>
</Relationships>
</file>

<file path=ppt/notesSlides/_rels/notesSlide168.xml.rels><?xml version="1.0" encoding="UTF-8"?>
<Relationships xmlns="http://schemas.openxmlformats.org/package/2006/relationships"><Relationship Id="rId1" Type="http://schemas.openxmlformats.org/officeDocument/2006/relationships/slide" Target="../slides/slide168.xml"/><Relationship Id="rId2" Type="http://schemas.openxmlformats.org/officeDocument/2006/relationships/notesMaster" Target="../notesMasters/notesMaster1.xml"/>
</Relationships>
</file>

<file path=ppt/notesSlides/_rels/notesSlide169.xml.rels><?xml version="1.0" encoding="UTF-8"?>
<Relationships xmlns="http://schemas.openxmlformats.org/package/2006/relationships"><Relationship Id="rId1" Type="http://schemas.openxmlformats.org/officeDocument/2006/relationships/slide" Target="../slides/slide169.xml"/><Relationship Id="rId2" Type="http://schemas.openxmlformats.org/officeDocument/2006/relationships/notesMaster" Target="../notesMasters/notesMaster1.xml"/>
</Relationships>
</file>

<file path=ppt/notesSlides/_rels/notesSlide170.xml.rels><?xml version="1.0" encoding="UTF-8"?>
<Relationships xmlns="http://schemas.openxmlformats.org/package/2006/relationships"><Relationship Id="rId1" Type="http://schemas.openxmlformats.org/officeDocument/2006/relationships/slide" Target="../slides/slide170.xml"/><Relationship Id="rId2" Type="http://schemas.openxmlformats.org/officeDocument/2006/relationships/notesMaster" Target="../notesMasters/notesMaster1.xml"/>
</Relationships>
</file>

<file path=ppt/notesSlides/_rels/notesSlide171.xml.rels><?xml version="1.0" encoding="UTF-8"?>
<Relationships xmlns="http://schemas.openxmlformats.org/package/2006/relationships"><Relationship Id="rId1" Type="http://schemas.openxmlformats.org/officeDocument/2006/relationships/slide" Target="../slides/slide171.xml"/><Relationship Id="rId2" Type="http://schemas.openxmlformats.org/officeDocument/2006/relationships/notesMaster" Target="../notesMasters/notesMaster1.xml"/>
</Relationships>
</file>

<file path=ppt/notesSlides/_rels/notesSlide172.xml.rels><?xml version="1.0" encoding="UTF-8"?>
<Relationships xmlns="http://schemas.openxmlformats.org/package/2006/relationships"><Relationship Id="rId1" Type="http://schemas.openxmlformats.org/officeDocument/2006/relationships/slide" Target="../slides/slide172.xml"/><Relationship Id="rId2" Type="http://schemas.openxmlformats.org/officeDocument/2006/relationships/notesMaster" Target="../notesMasters/notesMaster1.xml"/>
</Relationships>
</file>

<file path=ppt/notesSlides/_rels/notesSlide173.xml.rels><?xml version="1.0" encoding="UTF-8"?>
<Relationships xmlns="http://schemas.openxmlformats.org/package/2006/relationships"><Relationship Id="rId1" Type="http://schemas.openxmlformats.org/officeDocument/2006/relationships/slide" Target="../slides/slide173.xml"/><Relationship Id="rId2" Type="http://schemas.openxmlformats.org/officeDocument/2006/relationships/notesMaster" Target="../notesMasters/notesMaster1.xml"/>
</Relationships>
</file>

<file path=ppt/notesSlides/_rels/notesSlide174.xml.rels><?xml version="1.0" encoding="UTF-8"?>
<Relationships xmlns="http://schemas.openxmlformats.org/package/2006/relationships"><Relationship Id="rId1" Type="http://schemas.openxmlformats.org/officeDocument/2006/relationships/slide" Target="../slides/slide174.xml"/><Relationship Id="rId2" Type="http://schemas.openxmlformats.org/officeDocument/2006/relationships/notesMaster" Target="../notesMasters/notesMaster1.xml"/>
</Relationships>
</file>

<file path=ppt/notesSlides/_rels/notesSlide175.xml.rels><?xml version="1.0" encoding="UTF-8"?>
<Relationships xmlns="http://schemas.openxmlformats.org/package/2006/relationships"><Relationship Id="rId1" Type="http://schemas.openxmlformats.org/officeDocument/2006/relationships/slide" Target="../slides/slide175.xml"/><Relationship Id="rId2" Type="http://schemas.openxmlformats.org/officeDocument/2006/relationships/notesMaster" Target="../notesMasters/notesMaster1.xml"/>
</Relationships>
</file>

<file path=ppt/notesSlides/_rels/notesSlide176.xml.rels><?xml version="1.0" encoding="UTF-8"?>
<Relationships xmlns="http://schemas.openxmlformats.org/package/2006/relationships"><Relationship Id="rId1" Type="http://schemas.openxmlformats.org/officeDocument/2006/relationships/slide" Target="../slides/slide176.xml"/><Relationship Id="rId2" Type="http://schemas.openxmlformats.org/officeDocument/2006/relationships/notesMaster" Target="../notesMasters/notesMaster1.xml"/>
</Relationships>
</file>

<file path=ppt/notesSlides/_rels/notesSlide177.xml.rels><?xml version="1.0" encoding="UTF-8"?>
<Relationships xmlns="http://schemas.openxmlformats.org/package/2006/relationships"><Relationship Id="rId1" Type="http://schemas.openxmlformats.org/officeDocument/2006/relationships/slide" Target="../slides/slide177.xml"/><Relationship Id="rId2" Type="http://schemas.openxmlformats.org/officeDocument/2006/relationships/notesMaster" Target="../notesMasters/notesMaster1.xml"/>
</Relationships>
</file>

<file path=ppt/notesSlides/_rels/notesSlide178.xml.rels><?xml version="1.0" encoding="UTF-8"?>
<Relationships xmlns="http://schemas.openxmlformats.org/package/2006/relationships"><Relationship Id="rId1" Type="http://schemas.openxmlformats.org/officeDocument/2006/relationships/slide" Target="../slides/slide178.xml"/><Relationship Id="rId2" Type="http://schemas.openxmlformats.org/officeDocument/2006/relationships/notesMaster" Target="../notesMasters/notesMaster1.xml"/>
</Relationships>
</file>

<file path=ppt/notesSlides/_rels/notesSlide179.xml.rels><?xml version="1.0" encoding="UTF-8"?>
<Relationships xmlns="http://schemas.openxmlformats.org/package/2006/relationships"><Relationship Id="rId1" Type="http://schemas.openxmlformats.org/officeDocument/2006/relationships/slide" Target="../slides/slide179.xml"/><Relationship Id="rId2" Type="http://schemas.openxmlformats.org/officeDocument/2006/relationships/notesMaster" Target="../notesMasters/notesMaster1.xml"/>
</Relationships>
</file>

<file path=ppt/notesSlides/_rels/notesSlide180.xml.rels><?xml version="1.0" encoding="UTF-8"?>
<Relationships xmlns="http://schemas.openxmlformats.org/package/2006/relationships"><Relationship Id="rId1" Type="http://schemas.openxmlformats.org/officeDocument/2006/relationships/slide" Target="../slides/slide180.xml"/><Relationship Id="rId2" Type="http://schemas.openxmlformats.org/officeDocument/2006/relationships/notesMaster" Target="../notesMasters/notesMaster1.xml"/>
</Relationships>
</file>

<file path=ppt/notesSlides/_rels/notesSlide181.xml.rels><?xml version="1.0" encoding="UTF-8"?>
<Relationships xmlns="http://schemas.openxmlformats.org/package/2006/relationships"><Relationship Id="rId1" Type="http://schemas.openxmlformats.org/officeDocument/2006/relationships/slide" Target="../slides/slide181.xml"/><Relationship Id="rId2" Type="http://schemas.openxmlformats.org/officeDocument/2006/relationships/notesMaster" Target="../notesMasters/notesMaster1.xml"/>
</Relationships>
</file>

<file path=ppt/notesSlides/_rels/notesSlide182.xml.rels><?xml version="1.0" encoding="UTF-8"?>
<Relationships xmlns="http://schemas.openxmlformats.org/package/2006/relationships"><Relationship Id="rId1" Type="http://schemas.openxmlformats.org/officeDocument/2006/relationships/slide" Target="../slides/slide182.xml"/><Relationship Id="rId2" Type="http://schemas.openxmlformats.org/officeDocument/2006/relationships/notesMaster" Target="../notesMasters/notesMaster1.xml"/>
</Relationships>
</file>

<file path=ppt/notesSlides/_rels/notesSlide183.xml.rels><?xml version="1.0" encoding="UTF-8"?>
<Relationships xmlns="http://schemas.openxmlformats.org/package/2006/relationships"><Relationship Id="rId1" Type="http://schemas.openxmlformats.org/officeDocument/2006/relationships/slide" Target="../slides/slide183.xml"/><Relationship Id="rId2" Type="http://schemas.openxmlformats.org/officeDocument/2006/relationships/notesMaster" Target="../notesMasters/notesMaster1.xml"/>
</Relationships>
</file>

<file path=ppt/notesSlides/_rels/notesSlide184.xml.rels><?xml version="1.0" encoding="UTF-8"?>
<Relationships xmlns="http://schemas.openxmlformats.org/package/2006/relationships"><Relationship Id="rId1" Type="http://schemas.openxmlformats.org/officeDocument/2006/relationships/slide" Target="../slides/slide184.xml"/><Relationship Id="rId2" Type="http://schemas.openxmlformats.org/officeDocument/2006/relationships/notesMaster" Target="../notesMasters/notesMaster1.xml"/>
</Relationships>
</file>

<file path=ppt/notesSlides/_rels/notesSlide185.xml.rels><?xml version="1.0" encoding="UTF-8"?>
<Relationships xmlns="http://schemas.openxmlformats.org/package/2006/relationships"><Relationship Id="rId1" Type="http://schemas.openxmlformats.org/officeDocument/2006/relationships/slide" Target="../slides/slide185.xml"/><Relationship Id="rId2" Type="http://schemas.openxmlformats.org/officeDocument/2006/relationships/notesMaster" Target="../notesMasters/notesMaster1.xml"/>
</Relationships>
</file>

<file path=ppt/notesSlides/_rels/notesSlide186.xml.rels><?xml version="1.0" encoding="UTF-8"?>
<Relationships xmlns="http://schemas.openxmlformats.org/package/2006/relationships"><Relationship Id="rId1" Type="http://schemas.openxmlformats.org/officeDocument/2006/relationships/slide" Target="../slides/slide186.xml"/><Relationship Id="rId2" Type="http://schemas.openxmlformats.org/officeDocument/2006/relationships/notesMaster" Target="../notesMasters/notesMaster1.xml"/>
</Relationships>
</file>

<file path=ppt/notesSlides/_rels/notesSlide187.xml.rels><?xml version="1.0" encoding="UTF-8"?>
<Relationships xmlns="http://schemas.openxmlformats.org/package/2006/relationships"><Relationship Id="rId1" Type="http://schemas.openxmlformats.org/officeDocument/2006/relationships/slide" Target="../slides/slide18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2B8A87-3C89-4EEB-A41D-DEEA78CD16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A58B6E-B188-4F6C-8650-2EC227CC7B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656B4D-0C5D-49D2-A436-0401D8401D3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AE3816-FF1A-4990-A8CE-1623D02933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A8F79D-62B2-4E74-BD76-653899A157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83E7CA-7CA6-45DA-88EA-E7B5AD0419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8901C6-F8AF-4F94-B952-0F1716EA15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D5D5F7-A2DA-4856-9C8C-2A2E7890BB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EB9231-C21D-4C16-AE87-3378B9D376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8204A5-7A01-41D2-99EE-4EF295B209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3D96EC-BA48-4B4C-BD1F-F0F3BBC3B2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190346-8788-473C-A230-ACBBA02CC5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055504-8247-4F0B-9C85-58380191871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9C0595-6BBE-4742-9D0A-CE15B57EE5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54FC4E-C6DB-4F8B-88F2-B589C40DD0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A08010-5D64-4B27-99AB-685B87F85A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B4BB78-3072-4A80-8A0E-EB769B9F72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C22263-E51B-40A1-AA08-80D167D764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E6FFBD-8514-41A4-A258-8BE59DA6E2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17464F-1C52-45AD-944F-28AD294F87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D8B985-2562-4989-9EB3-ACD105C255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612F55-1D34-4357-9B54-55F6B7BEFB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970791-5C91-4839-9D05-5E5F77A730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8ED0B0-B69A-401C-9FDC-CA954B2F23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769886-A0FB-43CE-BFD1-8628B3F1F2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1094A6-A8D9-4564-842A-6FAA6FFD67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23C168-7E3D-478C-A37A-772D374482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FBC210-00CA-4716-9407-AA7D5C6774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7A12CF-A4A4-4BC9-8A4F-F3AD6860C2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9FBDD1-7FAC-4464-8EA0-8390667DB0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DE9861-9BD0-479F-8D97-D8BC3D534F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EF7133-2EC1-486F-A296-6907D534F4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09BC81-375C-44EE-993F-1942D4E903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DB8B3F-46E3-4A89-B25F-38AE5633B0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611CE6-7105-4ADF-8DBE-0E436BC329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BDDBC5-DF01-42CA-A028-BA56EEFD3E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E8EF69-DFED-4DE6-AAF4-AB08FE8838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6ED45E-7E06-4538-BE70-ECB5C11EDB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3063E5-9255-4F15-8786-95B1C7D763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D6720B-1A5A-443F-BAB1-18A1AC935F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048AE8-5FEC-49F2-8E5D-C3105424ED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ED873C-82C6-4B0A-A56D-0B58A99D07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6AF6E3-F2F5-4B67-B1D7-FA6FC9004D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5BC22E-70E1-48AF-AF65-D3908ACE96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253408-0FA4-441E-AB73-07C5609917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6A01DE-AFA8-46CB-893C-6C407A4B2A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32B4C3-FCDF-43D1-ADB5-F103FF106C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4949E1-46AB-4E4F-A83B-E39485AA6B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DB9AE5-EC43-4B42-98DA-047DE409B6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C8C38F-63FC-4742-9A3A-69D1530B8C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B89D41-CF14-4398-872E-40DAC695EE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6D8629-99A8-4B3F-9335-CACE52F707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B58BBE-7840-4900-994F-768D61C9B6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479980-84E1-4DD4-A3AB-07F1C3F107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6F54DE-B192-43F5-AE5A-3910DAF9C8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5FC9EA-6738-45CC-AB00-8D55226067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F0916F-3EEB-4998-9E9D-D5EA620026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3060D7-5839-4FAD-81A8-6960899D9FE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4A3ABE-31C1-4263-8926-6E1F2A2E48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5645F8-58F3-4E50-919C-CF66CC125F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7ADFE6-3476-4241-99F1-3B4B43FE97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2D75E1-D90D-4E1D-98F1-4E71712616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521C0D-A895-43B2-B26E-BF94CF168A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484BDC-C691-4D50-BCE5-AA75E065F8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2B84AA-7A42-4156-885D-C0905F8C54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D6963A-E05C-440F-A49D-874EFB1394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2C169D-8F5C-4BFD-A72D-219AE6597B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7B2B72-97EF-4FC4-895B-A2988AADD1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EE0EC3-DCEF-4D4E-B81A-7160C2BB1C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4C9448-64BE-45B8-813E-DC4F6205C38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E0FEC1-A951-4873-8AAF-02709F5D28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4C2F52-B5EA-4D04-863F-2B0478B8BD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64340A-7B0A-4323-B1C5-32584F7342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4FFC96-1E00-4C2C-B01A-74AC008885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2BDF25-9A30-4468-94CD-250691B866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561363-98B7-4F74-9731-9AD9ED3FDF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774D5C-BB6A-4573-B002-DC656BB7ED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51816C-8465-4140-BDE8-1BB9431727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9BE50B-165C-4435-A0CD-56AD402F88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B2785A-1567-4AE6-A26A-D41F66DDBA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EBE230-3187-4BDB-B330-526854546F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015E71-6005-4439-B864-30A00DB030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46BBAB-AD54-4B1C-9F53-8435F388A8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49CF57-FBFE-485B-8CA7-E97430940E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D8ECC6-A295-405D-B4D5-95F0EB0DC4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PlaceHolder 3"/>
          <p:cNvSpPr>
            <a:spLocks noGrp="1"/>
          </p:cNvSpPr>
          <p:nvPr>
            <p:ph type="sldNum" idx="8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13FCC0-66DB-4CAF-A852-F7F00B3F656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PlaceHolder 3"/>
          <p:cNvSpPr>
            <a:spLocks noGrp="1"/>
          </p:cNvSpPr>
          <p:nvPr>
            <p:ph type="sldNum" idx="9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75BCE8-0726-432B-BD80-1A45D81E9D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PlaceHolder 3"/>
          <p:cNvSpPr>
            <a:spLocks noGrp="1"/>
          </p:cNvSpPr>
          <p:nvPr>
            <p:ph type="sldNum" idx="9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3FA5AE-082B-4C68-B624-7863349FDD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PlaceHolder 3"/>
          <p:cNvSpPr>
            <a:spLocks noGrp="1"/>
          </p:cNvSpPr>
          <p:nvPr>
            <p:ph type="sldNum" idx="9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FB7D5C-7D8A-46FA-A1D1-A5C32EBC2B6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PlaceHolder 3"/>
          <p:cNvSpPr>
            <a:spLocks noGrp="1"/>
          </p:cNvSpPr>
          <p:nvPr>
            <p:ph type="sldNum" idx="9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B592F4-EF0F-4281-8DAA-D7FAFE29DB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1" name="PlaceHolder 3"/>
          <p:cNvSpPr>
            <a:spLocks noGrp="1"/>
          </p:cNvSpPr>
          <p:nvPr>
            <p:ph type="sldNum" idx="9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4B1140-C080-48D7-B6BC-5B8B5DB891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PlaceHolder 3"/>
          <p:cNvSpPr>
            <a:spLocks noGrp="1"/>
          </p:cNvSpPr>
          <p:nvPr>
            <p:ph type="sldNum" idx="9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F6BDBB-B8CD-45FE-9BD8-2AC120B683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7" name="PlaceHolder 3"/>
          <p:cNvSpPr>
            <a:spLocks noGrp="1"/>
          </p:cNvSpPr>
          <p:nvPr>
            <p:ph type="sldNum" idx="9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77D381-5395-4929-919E-4A5E5D2260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PlaceHolder 3"/>
          <p:cNvSpPr>
            <a:spLocks noGrp="1"/>
          </p:cNvSpPr>
          <p:nvPr>
            <p:ph type="sldNum" idx="9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47E955-6592-44A5-BE58-2223264BCF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" name="PlaceHolder 3"/>
          <p:cNvSpPr>
            <a:spLocks noGrp="1"/>
          </p:cNvSpPr>
          <p:nvPr>
            <p:ph type="sldNum" idx="9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2750F5-E60C-4FEE-B1E9-22B2B265C90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PlaceHolder 3"/>
          <p:cNvSpPr>
            <a:spLocks noGrp="1"/>
          </p:cNvSpPr>
          <p:nvPr>
            <p:ph type="sldNum" idx="9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9E3ADD-6963-4535-8AED-E066EFE302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PlaceHolder 3"/>
          <p:cNvSpPr>
            <a:spLocks noGrp="1"/>
          </p:cNvSpPr>
          <p:nvPr>
            <p:ph type="sldNum" idx="10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6259CF-DC3C-4072-9AAC-6D14DA18DD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2" name="PlaceHolder 3"/>
          <p:cNvSpPr>
            <a:spLocks noGrp="1"/>
          </p:cNvSpPr>
          <p:nvPr>
            <p:ph type="sldNum" idx="10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574F19-605A-4085-BC64-A6A548AD632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PlaceHolder 3"/>
          <p:cNvSpPr>
            <a:spLocks noGrp="1"/>
          </p:cNvSpPr>
          <p:nvPr>
            <p:ph type="sldNum" idx="10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9D8C13-90C1-4331-9C0B-41FA0094E0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8" name="PlaceHolder 3"/>
          <p:cNvSpPr>
            <a:spLocks noGrp="1"/>
          </p:cNvSpPr>
          <p:nvPr>
            <p:ph type="sldNum" idx="10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4B1FA9-7315-45F7-94A3-D2B027B51D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" name="PlaceHolder 3"/>
          <p:cNvSpPr>
            <a:spLocks noGrp="1"/>
          </p:cNvSpPr>
          <p:nvPr>
            <p:ph type="sldNum" idx="10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5FF22F-7570-4C56-8A5F-5F76D13DCD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4" name="PlaceHolder 3"/>
          <p:cNvSpPr>
            <a:spLocks noGrp="1"/>
          </p:cNvSpPr>
          <p:nvPr>
            <p:ph type="sldNum" idx="10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1F4875-C577-48A6-8C82-17E4F856C2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PlaceHolder 3"/>
          <p:cNvSpPr>
            <a:spLocks noGrp="1"/>
          </p:cNvSpPr>
          <p:nvPr>
            <p:ph type="sldNum" idx="10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913B86-8B01-4230-ABFC-0962D8B6F3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0" name="PlaceHolder 3"/>
          <p:cNvSpPr>
            <a:spLocks noGrp="1"/>
          </p:cNvSpPr>
          <p:nvPr>
            <p:ph type="sldNum" idx="10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17C719-E230-4220-BC8B-51A3C7695B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3" name="PlaceHolder 3"/>
          <p:cNvSpPr>
            <a:spLocks noGrp="1"/>
          </p:cNvSpPr>
          <p:nvPr>
            <p:ph type="sldNum" idx="10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C6FC73-EBA2-4C2E-A845-46E2EDCAF6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6" name="PlaceHolder 3"/>
          <p:cNvSpPr>
            <a:spLocks noGrp="1"/>
          </p:cNvSpPr>
          <p:nvPr>
            <p:ph type="sldNum" idx="10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777609-E0C3-498A-B3C5-7AA7BF8B22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9" name="PlaceHolder 3"/>
          <p:cNvSpPr>
            <a:spLocks noGrp="1"/>
          </p:cNvSpPr>
          <p:nvPr>
            <p:ph type="sldNum" idx="1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863E24-24EC-4D8F-83EB-788E4489B2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2" name="PlaceHolder 3"/>
          <p:cNvSpPr>
            <a:spLocks noGrp="1"/>
          </p:cNvSpPr>
          <p:nvPr>
            <p:ph type="sldNum" idx="1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018DB0-BA3B-427F-B17D-F56F1FFD10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5" name="PlaceHolder 3"/>
          <p:cNvSpPr>
            <a:spLocks noGrp="1"/>
          </p:cNvSpPr>
          <p:nvPr>
            <p:ph type="sldNum" idx="1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BDCF7A-CC37-4768-8AB9-E3BF4CE647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PlaceHolder 3"/>
          <p:cNvSpPr>
            <a:spLocks noGrp="1"/>
          </p:cNvSpPr>
          <p:nvPr>
            <p:ph type="sldNum" idx="1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EA819B-680A-4F6A-A703-E72C56010D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1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34FD55-8AD2-4754-B4FD-CBD53D0E17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4" name="PlaceHolder 3"/>
          <p:cNvSpPr>
            <a:spLocks noGrp="1"/>
          </p:cNvSpPr>
          <p:nvPr>
            <p:ph type="sldNum" idx="1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B94ED9-D1C8-4BC5-803A-8C45FF1ACA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7" name="PlaceHolder 3"/>
          <p:cNvSpPr>
            <a:spLocks noGrp="1"/>
          </p:cNvSpPr>
          <p:nvPr>
            <p:ph type="sldNum" idx="1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4B140E-499B-470C-A8C4-9CB6E5263D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PlaceHolder 3"/>
          <p:cNvSpPr>
            <a:spLocks noGrp="1"/>
          </p:cNvSpPr>
          <p:nvPr>
            <p:ph type="sldNum" idx="1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8F0124-40C6-4D6F-85D5-C1A4BFD089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3" name="PlaceHolder 3"/>
          <p:cNvSpPr>
            <a:spLocks noGrp="1"/>
          </p:cNvSpPr>
          <p:nvPr>
            <p:ph type="sldNum" idx="1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9D4414-7B3B-474C-BFCE-FD31DA49C45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PlaceHolder 3"/>
          <p:cNvSpPr>
            <a:spLocks noGrp="1"/>
          </p:cNvSpPr>
          <p:nvPr>
            <p:ph type="sldNum" idx="1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871C9C-1DAB-4CAE-9036-D3C4458ED2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9" name="PlaceHolder 3"/>
          <p:cNvSpPr>
            <a:spLocks noGrp="1"/>
          </p:cNvSpPr>
          <p:nvPr>
            <p:ph type="sldNum" idx="1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2C17C6-1223-463A-AAE6-88443DBDBE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PlaceHolder 3"/>
          <p:cNvSpPr>
            <a:spLocks noGrp="1"/>
          </p:cNvSpPr>
          <p:nvPr>
            <p:ph type="sldNum" idx="1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2E47EF-B8D8-47E2-9CFC-4ED594AD18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5" name="PlaceHolder 3"/>
          <p:cNvSpPr>
            <a:spLocks noGrp="1"/>
          </p:cNvSpPr>
          <p:nvPr>
            <p:ph type="sldNum" idx="1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5C430D-5557-4C97-BDDA-684D7112AD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8" name="PlaceHolder 3"/>
          <p:cNvSpPr>
            <a:spLocks noGrp="1"/>
          </p:cNvSpPr>
          <p:nvPr>
            <p:ph type="sldNum" idx="1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E54D55-0C68-4975-A34D-3065A470C9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1" name="PlaceHolder 3"/>
          <p:cNvSpPr>
            <a:spLocks noGrp="1"/>
          </p:cNvSpPr>
          <p:nvPr>
            <p:ph type="sldNum" idx="1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52CC93-9FC7-4044-96C1-F329512D96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4" name="PlaceHolder 3"/>
          <p:cNvSpPr>
            <a:spLocks noGrp="1"/>
          </p:cNvSpPr>
          <p:nvPr>
            <p:ph type="sldNum" idx="1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BFE327-1032-4A55-9594-BC50FD403E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7" name="PlaceHolder 3"/>
          <p:cNvSpPr>
            <a:spLocks noGrp="1"/>
          </p:cNvSpPr>
          <p:nvPr>
            <p:ph type="sldNum" idx="1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9ADE6F-27D0-4B9D-BF9E-D0427B5900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0" name="PlaceHolder 3"/>
          <p:cNvSpPr>
            <a:spLocks noGrp="1"/>
          </p:cNvSpPr>
          <p:nvPr>
            <p:ph type="sldNum" idx="1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2B89C6-1181-46EE-84AC-68AF7248FA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3" name="PlaceHolder 3"/>
          <p:cNvSpPr>
            <a:spLocks noGrp="1"/>
          </p:cNvSpPr>
          <p:nvPr>
            <p:ph type="sldNum" idx="1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E0EDA5-CE6F-4DB4-B97F-38E8CD45E1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6" name="PlaceHolder 3"/>
          <p:cNvSpPr>
            <a:spLocks noGrp="1"/>
          </p:cNvSpPr>
          <p:nvPr>
            <p:ph type="sldNum" idx="1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A6D6A8-DC00-4BC0-BDD1-DA97945041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9" name="PlaceHolder 3"/>
          <p:cNvSpPr>
            <a:spLocks noGrp="1"/>
          </p:cNvSpPr>
          <p:nvPr>
            <p:ph type="sldNum" idx="1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143D5B-833B-446F-B5D7-4B9A62D408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2" name="PlaceHolder 3"/>
          <p:cNvSpPr>
            <a:spLocks noGrp="1"/>
          </p:cNvSpPr>
          <p:nvPr>
            <p:ph type="sldNum" idx="1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3C43E1-3C2F-4AF3-A406-235A121881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5" name="PlaceHolder 3"/>
          <p:cNvSpPr>
            <a:spLocks noGrp="1"/>
          </p:cNvSpPr>
          <p:nvPr>
            <p:ph type="sldNum" idx="1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286962-8580-4394-9F54-DDBBF82F0A9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8" name="PlaceHolder 3"/>
          <p:cNvSpPr>
            <a:spLocks noGrp="1"/>
          </p:cNvSpPr>
          <p:nvPr>
            <p:ph type="sldNum" idx="1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DDBBB0-5378-4DCB-BF5F-D8300C8020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1" name="PlaceHolder 3"/>
          <p:cNvSpPr>
            <a:spLocks noGrp="1"/>
          </p:cNvSpPr>
          <p:nvPr>
            <p:ph type="sldNum" idx="1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9734EE-D311-4DC8-A48F-8FF2232E89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4" name="PlaceHolder 3"/>
          <p:cNvSpPr>
            <a:spLocks noGrp="1"/>
          </p:cNvSpPr>
          <p:nvPr>
            <p:ph type="sldNum" idx="1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E41E00-7C6C-4C1B-AAC0-C3DFF92692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7" name="PlaceHolder 3"/>
          <p:cNvSpPr>
            <a:spLocks noGrp="1"/>
          </p:cNvSpPr>
          <p:nvPr>
            <p:ph type="sldNum" idx="1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2DB4D7-498D-4822-A766-0410287AD9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0" name="PlaceHolder 3"/>
          <p:cNvSpPr>
            <a:spLocks noGrp="1"/>
          </p:cNvSpPr>
          <p:nvPr>
            <p:ph type="sldNum" idx="1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3559AC-F55F-43F0-BE32-98B72D39DC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3" name="PlaceHolder 3"/>
          <p:cNvSpPr>
            <a:spLocks noGrp="1"/>
          </p:cNvSpPr>
          <p:nvPr>
            <p:ph type="sldNum" idx="1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9ECA6F-FB73-430A-979D-CEC3A41BE9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6" name="PlaceHolder 3"/>
          <p:cNvSpPr>
            <a:spLocks noGrp="1"/>
          </p:cNvSpPr>
          <p:nvPr>
            <p:ph type="sldNum" idx="1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C30FAB-B8E7-46D3-AC27-166250250B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9" name="PlaceHolder 3"/>
          <p:cNvSpPr>
            <a:spLocks noGrp="1"/>
          </p:cNvSpPr>
          <p:nvPr>
            <p:ph type="sldNum" idx="1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C070DD-4386-4908-8013-FB5ACD6277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2" name="PlaceHolder 3"/>
          <p:cNvSpPr>
            <a:spLocks noGrp="1"/>
          </p:cNvSpPr>
          <p:nvPr>
            <p:ph type="sldNum" idx="1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B04185-5627-412D-A34F-4B40F181E6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5" name="PlaceHolder 3"/>
          <p:cNvSpPr>
            <a:spLocks noGrp="1"/>
          </p:cNvSpPr>
          <p:nvPr>
            <p:ph type="sldNum" idx="1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02E1C6-7FB0-451E-83C0-3F0418B83B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" name="PlaceHolder 3"/>
          <p:cNvSpPr>
            <a:spLocks noGrp="1"/>
          </p:cNvSpPr>
          <p:nvPr>
            <p:ph type="sldNum" idx="1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B73269-BA21-4873-A27E-229D033E2E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1" name="PlaceHolder 3"/>
          <p:cNvSpPr>
            <a:spLocks noGrp="1"/>
          </p:cNvSpPr>
          <p:nvPr>
            <p:ph type="sldNum" idx="1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F586D0-3BE7-442F-9F4A-568D02CBE4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4" name="PlaceHolder 3"/>
          <p:cNvSpPr>
            <a:spLocks noGrp="1"/>
          </p:cNvSpPr>
          <p:nvPr>
            <p:ph type="sldNum" idx="1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BABA7D-3B95-459E-B5C7-2F2C4C308B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7" name="PlaceHolder 3"/>
          <p:cNvSpPr>
            <a:spLocks noGrp="1"/>
          </p:cNvSpPr>
          <p:nvPr>
            <p:ph type="sldNum" idx="1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3076DC-88D3-4945-907F-1CB92727C3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0" name="PlaceHolder 3"/>
          <p:cNvSpPr>
            <a:spLocks noGrp="1"/>
          </p:cNvSpPr>
          <p:nvPr>
            <p:ph type="sldNum" idx="1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65D645-4DD4-428B-AADF-59BCF11063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3" name="PlaceHolder 3"/>
          <p:cNvSpPr>
            <a:spLocks noGrp="1"/>
          </p:cNvSpPr>
          <p:nvPr>
            <p:ph type="sldNum" idx="1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F7284C-7355-4456-8FBF-859036CB38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6" name="PlaceHolder 3"/>
          <p:cNvSpPr>
            <a:spLocks noGrp="1"/>
          </p:cNvSpPr>
          <p:nvPr>
            <p:ph type="sldNum" idx="1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16FE33-2047-46F0-8F15-693B83B7E87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9" name="PlaceHolder 3"/>
          <p:cNvSpPr>
            <a:spLocks noGrp="1"/>
          </p:cNvSpPr>
          <p:nvPr>
            <p:ph type="sldNum" idx="1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17E955-CF6F-47C6-9C9E-ABBDAFF90A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2" name="PlaceHolder 3"/>
          <p:cNvSpPr>
            <a:spLocks noGrp="1"/>
          </p:cNvSpPr>
          <p:nvPr>
            <p:ph type="sldNum" idx="1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2652D5-008D-4837-988B-079936DA3E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5" name="PlaceHolder 3"/>
          <p:cNvSpPr>
            <a:spLocks noGrp="1"/>
          </p:cNvSpPr>
          <p:nvPr>
            <p:ph type="sldNum" idx="1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172DE3-1C71-4AE8-9DCF-66D3549F100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8" name="PlaceHolder 3"/>
          <p:cNvSpPr>
            <a:spLocks noGrp="1"/>
          </p:cNvSpPr>
          <p:nvPr>
            <p:ph type="sldNum" idx="1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B8E188-4431-4008-92CB-E6EA0AA29A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1" name="PlaceHolder 3"/>
          <p:cNvSpPr>
            <a:spLocks noGrp="1"/>
          </p:cNvSpPr>
          <p:nvPr>
            <p:ph type="sldNum" idx="1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BA62D6-1705-48E7-AAD6-57261F719D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4" name="PlaceHolder 3"/>
          <p:cNvSpPr>
            <a:spLocks noGrp="1"/>
          </p:cNvSpPr>
          <p:nvPr>
            <p:ph type="sldNum" idx="1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032356-DCB3-4C35-B03E-4A2DD30D25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7" name="PlaceHolder 3"/>
          <p:cNvSpPr>
            <a:spLocks noGrp="1"/>
          </p:cNvSpPr>
          <p:nvPr>
            <p:ph type="sldNum" idx="1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B69C90-4F3B-447A-8879-DF4119DB69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0" name="PlaceHolder 3"/>
          <p:cNvSpPr>
            <a:spLocks noGrp="1"/>
          </p:cNvSpPr>
          <p:nvPr>
            <p:ph type="sldNum" idx="1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F05C04-2682-4E04-8664-7FFC1669A3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3" name="PlaceHolder 3"/>
          <p:cNvSpPr>
            <a:spLocks noGrp="1"/>
          </p:cNvSpPr>
          <p:nvPr>
            <p:ph type="sldNum" idx="1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4063E4-129F-45A6-AAF7-BA9D1589B8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6" name="PlaceHolder 3"/>
          <p:cNvSpPr>
            <a:spLocks noGrp="1"/>
          </p:cNvSpPr>
          <p:nvPr>
            <p:ph type="sldNum" idx="1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94E9CF-51E3-4A82-B742-7F5907EC1F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9" name="PlaceHolder 3"/>
          <p:cNvSpPr>
            <a:spLocks noGrp="1"/>
          </p:cNvSpPr>
          <p:nvPr>
            <p:ph type="sldNum" idx="1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523702-CA31-46CF-BBE2-6DB354A36A4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2" name="PlaceHolder 3"/>
          <p:cNvSpPr>
            <a:spLocks noGrp="1"/>
          </p:cNvSpPr>
          <p:nvPr>
            <p:ph type="sldNum" idx="1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5AFB7C-8051-4D4C-9610-11E5499BE0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5" name="PlaceHolder 3"/>
          <p:cNvSpPr>
            <a:spLocks noGrp="1"/>
          </p:cNvSpPr>
          <p:nvPr>
            <p:ph type="sldNum" idx="1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C5297D-4644-47F6-B55F-A82A78B03B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8" name="PlaceHolder 3"/>
          <p:cNvSpPr>
            <a:spLocks noGrp="1"/>
          </p:cNvSpPr>
          <p:nvPr>
            <p:ph type="sldNum" idx="1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24D1FC-C531-4BAE-8DD3-B2499D73DF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1" name="PlaceHolder 3"/>
          <p:cNvSpPr>
            <a:spLocks noGrp="1"/>
          </p:cNvSpPr>
          <p:nvPr>
            <p:ph type="sldNum" idx="1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BA94E0-666F-4C31-90F7-C4D0FBB317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4" name="PlaceHolder 3"/>
          <p:cNvSpPr>
            <a:spLocks noGrp="1"/>
          </p:cNvSpPr>
          <p:nvPr>
            <p:ph type="sldNum" idx="1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4C6A17-0C8A-4B65-97C9-FAE980DF0A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7" name="PlaceHolder 3"/>
          <p:cNvSpPr>
            <a:spLocks noGrp="1"/>
          </p:cNvSpPr>
          <p:nvPr>
            <p:ph type="sldNum" idx="1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6D6910-B2A6-4B6E-BE78-BC460B4B31E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0" name="PlaceHolder 3"/>
          <p:cNvSpPr>
            <a:spLocks noGrp="1"/>
          </p:cNvSpPr>
          <p:nvPr>
            <p:ph type="sldNum" idx="1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52F1ED-B1BD-4BFA-8AAF-A4FA4B4584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3" name="PlaceHolder 3"/>
          <p:cNvSpPr>
            <a:spLocks noGrp="1"/>
          </p:cNvSpPr>
          <p:nvPr>
            <p:ph type="sldNum" idx="1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F6F996-00BD-45A0-97D8-15058C27969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6" name="PlaceHolder 3"/>
          <p:cNvSpPr>
            <a:spLocks noGrp="1"/>
          </p:cNvSpPr>
          <p:nvPr>
            <p:ph type="sldNum" idx="1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8093DF-9BF7-48C7-BFE3-65377AB7F9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9" name="PlaceHolder 3"/>
          <p:cNvSpPr>
            <a:spLocks noGrp="1"/>
          </p:cNvSpPr>
          <p:nvPr>
            <p:ph type="sldNum" idx="1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1D0D52-29E4-41E2-918D-1C4880035B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2" name="PlaceHolder 3"/>
          <p:cNvSpPr>
            <a:spLocks noGrp="1"/>
          </p:cNvSpPr>
          <p:nvPr>
            <p:ph type="sldNum" idx="1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B43FFB-3B0C-4FE1-BD48-381E3AD720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5" name="PlaceHolder 3"/>
          <p:cNvSpPr>
            <a:spLocks noGrp="1"/>
          </p:cNvSpPr>
          <p:nvPr>
            <p:ph type="sldNum" idx="1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7826AC-7E55-4A5F-9843-777FBCB0E5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8" name="PlaceHolder 3"/>
          <p:cNvSpPr>
            <a:spLocks noGrp="1"/>
          </p:cNvSpPr>
          <p:nvPr>
            <p:ph type="sldNum" idx="17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79B56C-F85C-4FE4-9C1B-B56D62BE91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1" name="PlaceHolder 3"/>
          <p:cNvSpPr>
            <a:spLocks noGrp="1"/>
          </p:cNvSpPr>
          <p:nvPr>
            <p:ph type="sldNum" idx="1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9F78B9-7607-4928-89F3-EA2DF039C2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4" name="PlaceHolder 3"/>
          <p:cNvSpPr>
            <a:spLocks noGrp="1"/>
          </p:cNvSpPr>
          <p:nvPr>
            <p:ph type="sldNum" idx="17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6867A4-6609-4E89-833E-AE1B7B2FBD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7" name="PlaceHolder 3"/>
          <p:cNvSpPr>
            <a:spLocks noGrp="1"/>
          </p:cNvSpPr>
          <p:nvPr>
            <p:ph type="sldNum" idx="17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7461DA-E617-425E-A08D-BC6A6D818AC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0" name="PlaceHolder 3"/>
          <p:cNvSpPr>
            <a:spLocks noGrp="1"/>
          </p:cNvSpPr>
          <p:nvPr>
            <p:ph type="sldNum" idx="17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7E38E5-68A1-4679-A42B-5DFB037AAC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3" name="PlaceHolder 3"/>
          <p:cNvSpPr>
            <a:spLocks noGrp="1"/>
          </p:cNvSpPr>
          <p:nvPr>
            <p:ph type="sldNum" idx="17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99D68F-C42F-45D0-9BAD-169E1E8090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6" name="PlaceHolder 3"/>
          <p:cNvSpPr>
            <a:spLocks noGrp="1"/>
          </p:cNvSpPr>
          <p:nvPr>
            <p:ph type="sldNum" idx="17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067A2F-2215-4A8A-A8BA-92E4DA0B49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9" name="PlaceHolder 3"/>
          <p:cNvSpPr>
            <a:spLocks noGrp="1"/>
          </p:cNvSpPr>
          <p:nvPr>
            <p:ph type="sldNum" idx="18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DDB913-695C-4173-9C63-1046E7D4A7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2" name="PlaceHolder 3"/>
          <p:cNvSpPr>
            <a:spLocks noGrp="1"/>
          </p:cNvSpPr>
          <p:nvPr>
            <p:ph type="sldNum" idx="18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4B0B94-876E-4616-AF93-C5F373F222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5" name="PlaceHolder 3"/>
          <p:cNvSpPr>
            <a:spLocks noGrp="1"/>
          </p:cNvSpPr>
          <p:nvPr>
            <p:ph type="sldNum" idx="18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AEE1BB-B2D7-421F-8E16-F3FE0966C8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8" name="PlaceHolder 3"/>
          <p:cNvSpPr>
            <a:spLocks noGrp="1"/>
          </p:cNvSpPr>
          <p:nvPr>
            <p:ph type="sldNum" idx="18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06C69F-287E-47F6-82D2-9BAAFAEB94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1" name="PlaceHolder 3"/>
          <p:cNvSpPr>
            <a:spLocks noGrp="1"/>
          </p:cNvSpPr>
          <p:nvPr>
            <p:ph type="sldNum" idx="18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626A85-6582-4198-B2FC-0157CA8F6B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4" name="PlaceHolder 3"/>
          <p:cNvSpPr>
            <a:spLocks noGrp="1"/>
          </p:cNvSpPr>
          <p:nvPr>
            <p:ph type="sldNum" idx="18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4995ED-6A2C-486B-B4BC-1361116282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PlaceHolder 3"/>
          <p:cNvSpPr>
            <a:spLocks noGrp="1"/>
          </p:cNvSpPr>
          <p:nvPr>
            <p:ph type="sldNum" idx="18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0B2237-4EBF-4815-9AF6-7E91DAE393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0" name="PlaceHolder 3"/>
          <p:cNvSpPr>
            <a:spLocks noGrp="1"/>
          </p:cNvSpPr>
          <p:nvPr>
            <p:ph type="sldNum" idx="18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B8104B-B76F-4293-934B-0253122267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3" name="PlaceHolder 3"/>
          <p:cNvSpPr>
            <a:spLocks noGrp="1"/>
          </p:cNvSpPr>
          <p:nvPr>
            <p:ph type="sldNum" idx="18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2A10E8-D7CA-41CA-95E8-369447D264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6" name="PlaceHolder 3"/>
          <p:cNvSpPr>
            <a:spLocks noGrp="1"/>
          </p:cNvSpPr>
          <p:nvPr>
            <p:ph type="sldNum" idx="18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6143B4-10D3-498C-AA2E-C7609271C98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9" name="PlaceHolder 3"/>
          <p:cNvSpPr>
            <a:spLocks noGrp="1"/>
          </p:cNvSpPr>
          <p:nvPr>
            <p:ph type="sldNum" idx="19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3762CD-C29E-4346-A673-82B9E05800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body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566000" cy="44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12880" y="1889640"/>
            <a:ext cx="10566000" cy="415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
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
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
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
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
</Relationships>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
</Relationships>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
</Relationships>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
</Relationships>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
</Relationships>
</file>

<file path=ppt/slides/_rels/slide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
</Relationships>
</file>

<file path=ppt/slides/_rels/slide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
</Relationships>
</file>

<file path=ppt/slides/_rels/slide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
</Relationships>
</file>

<file path=ppt/slides/_rels/slide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
</Relationships>
</file>

<file path=ppt/slides/_rels/slide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
</Relationships>
</file>

<file path=ppt/slides/_rels/slide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
</Relationships>
</file>

<file path=ppt/slides/_rels/slide1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
</Relationships>
</file>

<file path=ppt/slides/_rels/slide1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
</Relationships>
</file>

<file path=ppt/slides/_rels/slide1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
</Relationships>
</file>

<file path=ppt/slides/_rels/slide1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
</Relationships>
</file>

<file path=ppt/slides/_rels/slide1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
</Relationships>
</file>

<file path=ppt/slides/_rels/slide1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
</Relationships>
</file>

<file path=ppt/slides/_rels/slide1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
</Relationships>
</file>

<file path=ppt/slides/_rels/slide1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
</Relationships>
</file>

<file path=ppt/slides/_rels/slide1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
</Relationships>
</file>

<file path=ppt/slides/_rels/slide1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
</Relationships>
</file>

<file path=ppt/slides/_rels/slide1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
</Relationships>
</file>

<file path=ppt/slides/_rels/slide1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
</Relationships>
</file>

<file path=ppt/slides/_rels/slide1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
</Relationships>
</file>

<file path=ppt/slides/_rels/slide1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
</Relationships>
</file>

<file path=ppt/slides/_rels/slide1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
</Relationships>
</file>

<file path=ppt/slides/_rels/slide1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
</Relationships>
</file>

<file path=ppt/slides/_rels/slide1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
</Relationships>
</file>

<file path=ppt/slides/_rels/slide1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
</Relationships>
</file>

<file path=ppt/slides/_rels/slide1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
</Relationships>
</file>

<file path=ppt/slides/_rels/slide1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
</Relationships>
</file>

<file path=ppt/slides/_rels/slide1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
</Relationships>
</file>

<file path=ppt/slides/_rels/slide1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
</Relationships>
</file>

<file path=ppt/slides/_rels/slide1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
</Relationships>
</file>

<file path=ppt/slides/_rels/slide1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
</Relationships>
</file>

<file path=ppt/slides/_rels/slide1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
</Relationships>
</file>

<file path=ppt/slides/_rels/slide1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
</Relationships>
</file>

<file path=ppt/slides/_rels/slide1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
</Relationships>
</file>

<file path=ppt/slides/_rels/slide1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
</Relationships>
</file>

<file path=ppt/slides/_rels/slide1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
</Relationships>
</file>

<file path=ppt/slides/_rels/slide1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
</Relationships>
</file>

<file path=ppt/slides/_rels/slide1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
</Relationships>
</file>

<file path=ppt/slides/_rels/slide1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
</Relationships>
</file>

<file path=ppt/slides/_rels/slide1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
</Relationships>
</file>

<file path=ppt/slides/_rels/slide1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
</Relationships>
</file>

<file path=ppt/slides/_rels/slide1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
</Relationships>
</file>

<file path=ppt/slides/_rels/slide1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
</Relationships>
</file>

<file path=ppt/slides/_rels/slide1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
</Relationships>
</file>

<file path=ppt/slides/_rels/slide1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
</Relationships>
</file>

<file path=ppt/slides/_rels/slide1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
</Relationships>
</file>

<file path=ppt/slides/_rels/slide1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
</Relationships>
</file>

<file path=ppt/slides/_rels/slide1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
</Relationships>
</file>

<file path=ppt/slides/_rels/slide1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
</Relationships>
</file>

<file path=ppt/slides/_rels/slide1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
</Relationships>
</file>

<file path=ppt/slides/_rels/slide1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
</Relationships>
</file>

<file path=ppt/slides/_rels/slide1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
</Relationships>
</file>

<file path=ppt/slides/_rels/slide1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
</Relationships>
</file>

<file path=ppt/slides/_rels/slide1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
</Relationships>
</file>

<file path=ppt/slides/_rels/slide1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
</Relationships>
</file>

<file path=ppt/slides/_rels/slide1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
</Relationships>
</file>

<file path=ppt/slides/_rels/slide1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
</Relationships>
</file>

<file path=ppt/slides/_rels/slide1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
</Relationships>
</file>

<file path=ppt/slides/_rels/slide1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
</Relationships>
</file>

<file path=ppt/slides/_rels/slide1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
</Relationships>
</file>

<file path=ppt/slides/_rels/slide1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
</Relationships>
</file>

<file path=ppt/slides/_rels/slide1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
</Relationships>
</file>

<file path=ppt/slides/_rels/slide1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
</Relationships>
</file>

<file path=ppt/slides/_rels/slide1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
</Relationships>
</file>

<file path=ppt/slides/_rels/slide1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
</Relationships>
</file>

<file path=ppt/slides/_rels/slide1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
</Relationships>
</file>

<file path=ppt/slides/_rels/slide1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6.xml"/>
</Relationships>
</file>

<file path=ppt/slides/_rels/slide1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7.xml"/>
</Relationships>
</file>

<file path=ppt/slides/_rels/slide1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8.xml"/>
</Relationships>
</file>

<file path=ppt/slides/_rels/slide1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9.xml"/>
</Relationships>
</file>

<file path=ppt/slides/_rels/slide1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0.xml"/>
</Relationships>
</file>

<file path=ppt/slides/_rels/slide1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1.xml"/>
</Relationships>
</file>

<file path=ppt/slides/_rels/slide1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2.xml"/>
</Relationships>
</file>

<file path=ppt/slides/_rels/slide1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3.xml"/>
</Relationships>
</file>

<file path=ppt/slides/_rels/slide1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
</Relationships>
</file>

<file path=ppt/slides/_rels/slide1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5.xml"/>
</Relationships>
</file>

<file path=ppt/slides/_rels/slide1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6.xml"/>
</Relationships>
</file>

<file path=ppt/slides/_rels/slide1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7.xml"/>
</Relationships>
</file>

<file path=ppt/slides/_rels/slide1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8.xml"/>
</Relationships>
</file>

<file path=ppt/slides/_rels/slide1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9.xml"/>
</Relationships>
</file>

<file path=ppt/slides/_rels/slide1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0.xml"/>
</Relationships>
</file>

<file path=ppt/slides/_rels/slide1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1.xml"/>
</Relationships>
</file>

<file path=ppt/slides/_rels/slide1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2.xml"/>
</Relationships>
</file>

<file path=ppt/slides/_rels/slide1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3.xml"/>
</Relationships>
</file>

<file path=ppt/slides/_rels/slide1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4.xml"/>
</Relationships>
</file>

<file path=ppt/slides/_rels/slide1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5.xml"/>
</Relationships>
</file>

<file path=ppt/slides/_rels/slide1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6.xml"/>
</Relationships>
</file>

<file path=ppt/slides/_rels/slide1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812880" y="212616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FF6B87"/>
                </a:solidFill>
                <a:effectLst/>
                <a:uFillTx/>
                <a:latin typeface="Arial"/>
                <a:ea typeface="Arial"/>
              </a:rPr>
              <a:t>MINICURSO UDESC · 2026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12880" y="2629080"/>
            <a:ext cx="10883160" cy="151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5879"/>
              </a:lnSpc>
              <a:buNone/>
              <a:tabLst>
                <a:tab pos="0" algn="l"/>
              </a:tabLst>
            </a:pPr>
            <a:r>
              <a:rPr lang="en-US" sz="5600" b="1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Do básico ao avançado com o NestJS</a:t>
            </a:r>
            <a:endParaRPr lang="en-US" sz="5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812880" y="4376160"/>
            <a:ext cx="108831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801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CDD6"/>
                </a:solidFill>
                <a:effectLst/>
                <a:uFillTx/>
                <a:latin typeface="Arial"/>
                <a:ea typeface="Arial"/>
              </a:rPr>
              <a:t>O framework backend Node.js para aplicações empresariais escaláveis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O PROJETO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Vamos construir uma rede social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861120" y="1838880"/>
            <a:ext cx="1082700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Backend de uma rede social pequena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Cadastro, login e perfil com foto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Endereço consultado pelo CEP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Publicações com texto e imagem, e comentários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Busca de usuários pelo nome de usuário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O PROJETO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Tecnologias do backend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861120" y="1838880"/>
            <a:ext cx="10827000" cy="165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NestJS: framework que organiza o código em módulos e classes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Fastify: servidor HTTP usado por baixo do Nest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PostgreSQL 14: banco de dados do projeto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SQL escrito à mão, sem ORM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O PROJETO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Front-end e ambiente de execução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861120" y="1838880"/>
            <a:ext cx="10827000" cy="165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Vue 3 com Vite: front-end, na pasta client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Em produção, o próprio Nest serve o front compilado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Node 22: versão mínima do projeto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TypeScript: compilado para JavaScript antes de rodar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O PROJETO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O que o sistema faz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868320" y="1838880"/>
            <a:ext cx="10820160" cy="189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Cadastro e login, com token JWT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Perfil com foto de até 10MB, só imagem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Recorte da foto no front-end, com CropperJS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Publicações, comentários e busca de usuários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Endereço por CEP, consultado no ViaCEP, com cache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RODANDO O PROJETO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Vamos preparar o ambiente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2"/>
          <p:cNvSpPr/>
          <p:nvPr/>
        </p:nvSpPr>
        <p:spPr>
          <a:xfrm>
            <a:off x="861120" y="1838880"/>
            <a:ext cx="10827000" cy="165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Node 22: confira com node -v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Git, com o Git Bash no Windows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PostgreSQL 14 com o pgAdmin 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Todos os comandos rodam no Git Bash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RODANDO O PROJETO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Baixar o código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"/>
          <p:cNvSpPr/>
          <p:nvPr/>
        </p:nvSpPr>
        <p:spPr>
          <a:xfrm>
            <a:off x="812880" y="1838880"/>
            <a:ext cx="10566000" cy="1472760"/>
          </a:xfrm>
          <a:prstGeom prst="roundRect">
            <a:avLst>
              <a:gd name="adj" fmla="val 6897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73520" rIns="0" bIns="1479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git clone &lt;url-do-repositório&gt;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cd minicurso-nestjs-2026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npm ci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npm ci --prefix client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868320" y="3566160"/>
            <a:ext cx="1082016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npm ci instala as versões exatas do package-lock.json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Todo mundo da sala fica com o mesmo código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RODANDO O PROJETO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Criar o banco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"/>
          <p:cNvSpPr/>
          <p:nvPr/>
        </p:nvSpPr>
        <p:spPr>
          <a:xfrm>
            <a:off x="861120" y="1838880"/>
            <a:ext cx="10827000" cy="165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No pgAdmin, criar o banco minicurso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Abrir o Query Tool e carregar database/schema.sql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Executar com F5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Conferir as tabelas em Schemas, public, Tables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RODANDO O PROJETO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Configurar o arquivo .env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812880" y="1838880"/>
            <a:ext cx="10566000" cy="672840"/>
          </a:xfrm>
          <a:prstGeom prst="roundRect">
            <a:avLst>
              <a:gd name="adj" fmla="val 15094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73520" rIns="0" bIns="1479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cp .env.example .env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"/>
          <p:cNvSpPr/>
          <p:nvPr/>
        </p:nvSpPr>
        <p:spPr>
          <a:xfrm>
            <a:off x="868320" y="2765880"/>
            <a:ext cx="10820160" cy="11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DB_PASSWORD: a senha do seu Postgres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JWT_SECRET: um texto longo qualquer, que assina o login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resto já roda sem Docker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RODANDO O PROJETO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O código de cada etapa fica no git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"/>
          <p:cNvSpPr/>
          <p:nvPr/>
        </p:nvSpPr>
        <p:spPr>
          <a:xfrm>
            <a:off x="868320" y="1838880"/>
            <a:ext cx="10820160" cy="189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projeto tem seis etapas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Cada etapa tem uma tag de partida e uma de chegada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Partida: o código de antes da etapa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Chegada: o código pronto, com o sufixo -ao-vivo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Travou? Pule para a tag de chegada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RODANDO O PROJETO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As seis etapas e suas tags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"/>
          <p:cNvSpPr/>
          <p:nvPr/>
        </p:nvSpPr>
        <p:spPr>
          <a:xfrm>
            <a:off x="816120" y="1842120"/>
            <a:ext cx="3413880" cy="915840"/>
          </a:xfrm>
          <a:prstGeom prst="roundRect">
            <a:avLst>
              <a:gd name="adj" fmla="val 10743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3"/>
          <p:cNvSpPr/>
          <p:nvPr/>
        </p:nvSpPr>
        <p:spPr>
          <a:xfrm>
            <a:off x="996120" y="2022120"/>
            <a:ext cx="314532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1. Arquitetura e cadastro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4"/>
          <p:cNvSpPr/>
          <p:nvPr/>
        </p:nvSpPr>
        <p:spPr>
          <a:xfrm>
            <a:off x="996120" y="2329200"/>
            <a:ext cx="314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21B42"/>
                </a:solidFill>
                <a:effectLst/>
                <a:uFillTx/>
                <a:latin typeface="Courier New"/>
                <a:ea typeface="Courier New"/>
              </a:rPr>
              <a:t>bloco-1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5"/>
          <p:cNvSpPr/>
          <p:nvPr/>
        </p:nvSpPr>
        <p:spPr>
          <a:xfrm>
            <a:off x="4388760" y="1842120"/>
            <a:ext cx="3413880" cy="915840"/>
          </a:xfrm>
          <a:prstGeom prst="roundRect">
            <a:avLst>
              <a:gd name="adj" fmla="val 10743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6"/>
          <p:cNvSpPr/>
          <p:nvPr/>
        </p:nvSpPr>
        <p:spPr>
          <a:xfrm>
            <a:off x="4568760" y="2022120"/>
            <a:ext cx="314568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2. Login e guards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7"/>
          <p:cNvSpPr/>
          <p:nvPr/>
        </p:nvSpPr>
        <p:spPr>
          <a:xfrm>
            <a:off x="4568760" y="2329200"/>
            <a:ext cx="314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21B42"/>
                </a:solidFill>
                <a:effectLst/>
                <a:uFillTx/>
                <a:latin typeface="Courier New"/>
                <a:ea typeface="Courier New"/>
              </a:rPr>
              <a:t>bloco-2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8"/>
          <p:cNvSpPr/>
          <p:nvPr/>
        </p:nvSpPr>
        <p:spPr>
          <a:xfrm>
            <a:off x="7961760" y="1842120"/>
            <a:ext cx="3413880" cy="915840"/>
          </a:xfrm>
          <a:prstGeom prst="roundRect">
            <a:avLst>
              <a:gd name="adj" fmla="val 10743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9"/>
          <p:cNvSpPr/>
          <p:nvPr/>
        </p:nvSpPr>
        <p:spPr>
          <a:xfrm>
            <a:off x="8141760" y="2022120"/>
            <a:ext cx="314568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3. Testes e desafio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0"/>
          <p:cNvSpPr/>
          <p:nvPr/>
        </p:nvSpPr>
        <p:spPr>
          <a:xfrm>
            <a:off x="8141760" y="2329200"/>
            <a:ext cx="314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21B42"/>
                </a:solidFill>
                <a:effectLst/>
                <a:uFillTx/>
                <a:latin typeface="Courier New"/>
                <a:ea typeface="Courier New"/>
              </a:rPr>
              <a:t>bloco-3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1"/>
          <p:cNvSpPr/>
          <p:nvPr/>
        </p:nvSpPr>
        <p:spPr>
          <a:xfrm>
            <a:off x="816120" y="2917080"/>
            <a:ext cx="3413880" cy="915840"/>
          </a:xfrm>
          <a:prstGeom prst="roundRect">
            <a:avLst>
              <a:gd name="adj" fmla="val 10743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2"/>
          <p:cNvSpPr/>
          <p:nvPr/>
        </p:nvSpPr>
        <p:spPr>
          <a:xfrm>
            <a:off x="996120" y="3097080"/>
            <a:ext cx="314532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4. Upload da foto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3"/>
          <p:cNvSpPr/>
          <p:nvPr/>
        </p:nvSpPr>
        <p:spPr>
          <a:xfrm>
            <a:off x="996120" y="3404160"/>
            <a:ext cx="314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21B42"/>
                </a:solidFill>
                <a:effectLst/>
                <a:uFillTx/>
                <a:latin typeface="Courier New"/>
                <a:ea typeface="Courier New"/>
              </a:rPr>
              <a:t>bloco-4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4"/>
          <p:cNvSpPr/>
          <p:nvPr/>
        </p:nvSpPr>
        <p:spPr>
          <a:xfrm>
            <a:off x="4388760" y="2917080"/>
            <a:ext cx="3413880" cy="915840"/>
          </a:xfrm>
          <a:prstGeom prst="roundRect">
            <a:avLst>
              <a:gd name="adj" fmla="val 10743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5"/>
          <p:cNvSpPr/>
          <p:nvPr/>
        </p:nvSpPr>
        <p:spPr>
          <a:xfrm>
            <a:off x="4568760" y="3097080"/>
            <a:ext cx="314568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5. ViaCEP e Cache-Aside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6"/>
          <p:cNvSpPr/>
          <p:nvPr/>
        </p:nvSpPr>
        <p:spPr>
          <a:xfrm>
            <a:off x="4568760" y="3404160"/>
            <a:ext cx="314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21B42"/>
                </a:solidFill>
                <a:effectLst/>
                <a:uFillTx/>
                <a:latin typeface="Courier New"/>
                <a:ea typeface="Courier New"/>
              </a:rPr>
              <a:t>bloco-5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7"/>
          <p:cNvSpPr/>
          <p:nvPr/>
        </p:nvSpPr>
        <p:spPr>
          <a:xfrm>
            <a:off x="7961760" y="2917080"/>
            <a:ext cx="3413880" cy="915840"/>
          </a:xfrm>
          <a:prstGeom prst="roundRect">
            <a:avLst>
              <a:gd name="adj" fmla="val 10743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8"/>
          <p:cNvSpPr/>
          <p:nvPr/>
        </p:nvSpPr>
        <p:spPr>
          <a:xfrm>
            <a:off x="8141760" y="3097080"/>
            <a:ext cx="314568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6. Publicações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9"/>
          <p:cNvSpPr/>
          <p:nvPr/>
        </p:nvSpPr>
        <p:spPr>
          <a:xfrm>
            <a:off x="8141760" y="3404160"/>
            <a:ext cx="314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21B42"/>
                </a:solidFill>
                <a:effectLst/>
                <a:uFillTx/>
                <a:latin typeface="Courier New"/>
                <a:ea typeface="Courier New"/>
              </a:rPr>
              <a:t>bloco-6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0"/>
          <p:cNvSpPr/>
          <p:nvPr/>
        </p:nvSpPr>
        <p:spPr>
          <a:xfrm>
            <a:off x="812880" y="4090320"/>
            <a:ext cx="10883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66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Chegada: bloco-N-ao-vivo. A tag final é o projeto completo.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RODANDO O PROJETO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Pular para uma tag sem perder nada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"/>
          <p:cNvSpPr/>
          <p:nvPr/>
        </p:nvSpPr>
        <p:spPr>
          <a:xfrm>
            <a:off x="868320" y="1838880"/>
            <a:ext cx="1082016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Guardar o trabalho numa branch antes de trocar de tag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Criar uma branch nova a partir da tag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812880" y="2840760"/>
            <a:ext cx="10566000" cy="1472760"/>
          </a:xfrm>
          <a:prstGeom prst="roundRect">
            <a:avLst>
              <a:gd name="adj" fmla="val 6897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73520" rIns="0" bIns="1479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git switch -c meu-bloco-2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git add -A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git commit -m "meu bloco 2"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git switch -c acompanhando-bloco-3 bloco-3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868320" y="4568040"/>
            <a:ext cx="108201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Se o package.json mudou, rodar npm ci de novo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12880" y="2128680"/>
            <a:ext cx="10883160" cy="66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504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Como a web funciona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812880" y="3022560"/>
            <a:ext cx="108831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801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CDD6"/>
                </a:solidFill>
                <a:effectLst/>
                <a:uFillTx/>
                <a:latin typeface="Arial"/>
                <a:ea typeface="Arial"/>
              </a:rPr>
              <a:t>Antes de codar, vamos entender o que acontece entre o Enter no navegador e o servidor.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869040" y="3632040"/>
            <a:ext cx="10819440" cy="11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880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A conexão: DNS, TCP e TLS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880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O HTTP por dentro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880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REST e CORS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COMO A WEB FUNCIONA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Do Enter ao primeiro byte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861120" y="1838880"/>
            <a:ext cx="10827000" cy="165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DNS: descobre o endereço do servidor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TCP: abre a conexão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TLS: ativa a criptografia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HTTP: envia o pedido e recebe a resposta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COMO A WEB FUNCIONA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Cada passo custa uma ida e volta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"/>
          <p:cNvSpPr/>
          <p:nvPr/>
        </p:nvSpPr>
        <p:spPr>
          <a:xfrm>
            <a:off x="868320" y="1838880"/>
            <a:ext cx="10820160" cy="15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RTT: o tempo de uma ida e volta até o servidor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Conexão nova com HTTPS: 3 RTT antes da resposta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Com 100 ms de RTT, são 300 ms antes de o Nest rodar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Reaproveitar a conexão (keep-alive) evita esse custo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COMO A WEB FUNCIONA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DNS: o nome vira um endereço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"/>
          <p:cNvSpPr/>
          <p:nvPr/>
        </p:nvSpPr>
        <p:spPr>
          <a:xfrm>
            <a:off x="869040" y="1838880"/>
            <a:ext cx="10819440" cy="179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DNS traduz nomes, como viacep.com.br, em endereços IP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Registro A: nome para IPv4. AAAA: nome para IPv6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CNAME: um nome que é apelido de outro nome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TTL: o tempo de validade de cada resposta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arquivo hosts é consultado primeiro: localhost vira 127.0.0.1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COMO A WEB FUNCIONA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Vendo o DNS funcionar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812880" y="1838880"/>
            <a:ext cx="10566000" cy="672840"/>
          </a:xfrm>
          <a:prstGeom prst="roundRect">
            <a:avLst>
              <a:gd name="adj" fmla="val 15094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73520" rIns="0" bIns="1479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nslookup viacep.com.br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868320" y="2765880"/>
            <a:ext cx="1082016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comando mostra o endereço IP do nome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É o DNS que a API usa para chegar ao ViaCEP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COMO A WEB FUNCIONA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TCP: abrir uma conexão confiável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"/>
          <p:cNvSpPr/>
          <p:nvPr/>
        </p:nvSpPr>
        <p:spPr>
          <a:xfrm>
            <a:off x="868320" y="1838880"/>
            <a:ext cx="10820160" cy="15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TCP garante bytes inteiros e na ordem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SYN: o cliente pede para abrir a conexão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SYN-ACK: o servidor confirma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ACK: o cliente confirma, e os dados podem trafegar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COMO A WEB FUNCIONA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A conexão tem identidade e começa devagar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"/>
          <p:cNvSpPr/>
          <p:nvPr/>
        </p:nvSpPr>
        <p:spPr>
          <a:xfrm>
            <a:off x="869040" y="1838880"/>
            <a:ext cx="10819440" cy="14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Conexão: IP e porta de origem, IP e porta de destino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 porta do Nest neste projeto é a 3030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Slow start: a conexão nova envia pouco no começo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Por isso a primeira resposta grande é mais lenta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COMO A WEB FUNCIONA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TLS: a camada que protege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"/>
          <p:cNvSpPr/>
          <p:nvPr/>
        </p:nvSpPr>
        <p:spPr>
          <a:xfrm>
            <a:off x="816120" y="1842120"/>
            <a:ext cx="3413880" cy="1344960"/>
          </a:xfrm>
          <a:prstGeom prst="roundRect">
            <a:avLst>
              <a:gd name="adj" fmla="val 7316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3"/>
          <p:cNvSpPr/>
          <p:nvPr/>
        </p:nvSpPr>
        <p:spPr>
          <a:xfrm>
            <a:off x="1021320" y="2047320"/>
            <a:ext cx="3093120" cy="3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79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Confidencialidade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4"/>
          <p:cNvSpPr/>
          <p:nvPr/>
        </p:nvSpPr>
        <p:spPr>
          <a:xfrm>
            <a:off x="1021320" y="2413080"/>
            <a:ext cx="3093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74D5B"/>
                </a:solidFill>
                <a:effectLst/>
                <a:uFillTx/>
                <a:latin typeface="Arial"/>
                <a:ea typeface="Arial"/>
              </a:rPr>
              <a:t>Ninguém no caminho lê os dados.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5"/>
          <p:cNvSpPr/>
          <p:nvPr/>
        </p:nvSpPr>
        <p:spPr>
          <a:xfrm>
            <a:off x="4388760" y="1842120"/>
            <a:ext cx="3413880" cy="1344960"/>
          </a:xfrm>
          <a:prstGeom prst="roundRect">
            <a:avLst>
              <a:gd name="adj" fmla="val 7316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6"/>
          <p:cNvSpPr/>
          <p:nvPr/>
        </p:nvSpPr>
        <p:spPr>
          <a:xfrm>
            <a:off x="4594320" y="2047320"/>
            <a:ext cx="3093120" cy="3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79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Integridade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7"/>
          <p:cNvSpPr/>
          <p:nvPr/>
        </p:nvSpPr>
        <p:spPr>
          <a:xfrm>
            <a:off x="4594320" y="2413080"/>
            <a:ext cx="3093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74D5B"/>
                </a:solidFill>
                <a:effectLst/>
                <a:uFillTx/>
                <a:latin typeface="Arial"/>
                <a:ea typeface="Arial"/>
              </a:rPr>
              <a:t>Ninguém altera os dados sem ser percebido.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8"/>
          <p:cNvSpPr/>
          <p:nvPr/>
        </p:nvSpPr>
        <p:spPr>
          <a:xfrm>
            <a:off x="7961760" y="1842120"/>
            <a:ext cx="3413880" cy="1344960"/>
          </a:xfrm>
          <a:prstGeom prst="roundRect">
            <a:avLst>
              <a:gd name="adj" fmla="val 7316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9"/>
          <p:cNvSpPr/>
          <p:nvPr/>
        </p:nvSpPr>
        <p:spPr>
          <a:xfrm>
            <a:off x="8167320" y="2047320"/>
            <a:ext cx="3093120" cy="3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79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Autenticidade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0"/>
          <p:cNvSpPr/>
          <p:nvPr/>
        </p:nvSpPr>
        <p:spPr>
          <a:xfrm>
            <a:off x="8167320" y="2413080"/>
            <a:ext cx="3093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74D5B"/>
                </a:solidFill>
                <a:effectLst/>
                <a:uFillTx/>
                <a:latin typeface="Arial"/>
                <a:ea typeface="Arial"/>
              </a:rPr>
              <a:t>O certificado prova quem é o servidor.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1"/>
          <p:cNvSpPr/>
          <p:nvPr/>
        </p:nvSpPr>
        <p:spPr>
          <a:xfrm>
            <a:off x="812880" y="3444480"/>
            <a:ext cx="1088316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611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É o cadeado do HTTPS.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COMO A WEB FUNCIONA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TLS 1.3 e TLS 1.2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"/>
          <p:cNvSpPr/>
          <p:nvPr/>
        </p:nvSpPr>
        <p:spPr>
          <a:xfrm>
            <a:off x="868320" y="1838880"/>
            <a:ext cx="10820160" cy="15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TLS 1.3: aperto de mão em 1 ida e volta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TLS 1.2: 2 idas e voltas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Cliente e servidor combinam o HTTP no mesmo aperto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Para ver a versão e o certificado, usamos o curl: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"/>
          <p:cNvSpPr/>
          <p:nvPr/>
        </p:nvSpPr>
        <p:spPr>
          <a:xfrm>
            <a:off x="812880" y="3588840"/>
            <a:ext cx="10566000" cy="672840"/>
          </a:xfrm>
          <a:prstGeom prst="roundRect">
            <a:avLst>
              <a:gd name="adj" fmla="val 15094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73520" rIns="0" bIns="1479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curl -v https://viacep.com.br/ws/01001000/json/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COMO A WEB FUNCIONA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As três versões do HTTP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"/>
          <p:cNvSpPr/>
          <p:nvPr/>
        </p:nvSpPr>
        <p:spPr>
          <a:xfrm>
            <a:off x="816120" y="1842120"/>
            <a:ext cx="3413880" cy="1629360"/>
          </a:xfrm>
          <a:prstGeom prst="roundRect">
            <a:avLst>
              <a:gd name="adj" fmla="val 6039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"/>
          <p:cNvSpPr/>
          <p:nvPr/>
        </p:nvSpPr>
        <p:spPr>
          <a:xfrm>
            <a:off x="1021320" y="2047320"/>
            <a:ext cx="3093120" cy="3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79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HTTP/1.1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"/>
          <p:cNvSpPr/>
          <p:nvPr/>
        </p:nvSpPr>
        <p:spPr>
          <a:xfrm>
            <a:off x="1021320" y="2413080"/>
            <a:ext cx="3093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74D5B"/>
                </a:solidFill>
                <a:effectLst/>
                <a:uFillTx/>
                <a:latin typeface="Arial"/>
                <a:ea typeface="Arial"/>
              </a:rPr>
              <a:t>Texto puro. Uma resposta por vez em cada conexão.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5"/>
          <p:cNvSpPr/>
          <p:nvPr/>
        </p:nvSpPr>
        <p:spPr>
          <a:xfrm>
            <a:off x="4388760" y="1842120"/>
            <a:ext cx="3413880" cy="1629360"/>
          </a:xfrm>
          <a:prstGeom prst="roundRect">
            <a:avLst>
              <a:gd name="adj" fmla="val 6039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6"/>
          <p:cNvSpPr/>
          <p:nvPr/>
        </p:nvSpPr>
        <p:spPr>
          <a:xfrm>
            <a:off x="4594320" y="2047320"/>
            <a:ext cx="3093120" cy="3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79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HTTP/2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7"/>
          <p:cNvSpPr/>
          <p:nvPr/>
        </p:nvSpPr>
        <p:spPr>
          <a:xfrm>
            <a:off x="4594320" y="2413080"/>
            <a:ext cx="3093120" cy="87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74D5B"/>
                </a:solidFill>
                <a:effectLst/>
                <a:uFillTx/>
                <a:latin typeface="Arial"/>
                <a:ea typeface="Arial"/>
              </a:rPr>
              <a:t>Várias respostas numa só conexão TCP. Um pacote perdido atrasa todas.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8"/>
          <p:cNvSpPr/>
          <p:nvPr/>
        </p:nvSpPr>
        <p:spPr>
          <a:xfrm>
            <a:off x="7961760" y="1842120"/>
            <a:ext cx="3413880" cy="1629360"/>
          </a:xfrm>
          <a:prstGeom prst="roundRect">
            <a:avLst>
              <a:gd name="adj" fmla="val 6039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9"/>
          <p:cNvSpPr/>
          <p:nvPr/>
        </p:nvSpPr>
        <p:spPr>
          <a:xfrm>
            <a:off x="8167320" y="2047320"/>
            <a:ext cx="3093120" cy="3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79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HTTP/3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0"/>
          <p:cNvSpPr/>
          <p:nvPr/>
        </p:nvSpPr>
        <p:spPr>
          <a:xfrm>
            <a:off x="8167320" y="2413080"/>
            <a:ext cx="3093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74D5B"/>
                </a:solidFill>
                <a:effectLst/>
                <a:uFillTx/>
                <a:latin typeface="Arial"/>
                <a:ea typeface="Arial"/>
              </a:rPr>
              <a:t>Usa QUIC, sobre UDP. Cada resposta se recupera sozinha.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1"/>
          <p:cNvSpPr/>
          <p:nvPr/>
        </p:nvSpPr>
        <p:spPr>
          <a:xfrm>
            <a:off x="812880" y="3728880"/>
            <a:ext cx="1088316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611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Métodos, status e headers significam o mesmo nas três versões.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COMO A WEB FUNCIONA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O que muda para o backend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"/>
          <p:cNvSpPr/>
          <p:nvPr/>
        </p:nvSpPr>
        <p:spPr>
          <a:xfrm>
            <a:off x="869040" y="1838880"/>
            <a:ext cx="10819440" cy="14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HTTPS costuma terminar antes do Nest, no proxy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Nest recebe HTTP simples, vindo do proxy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IP visto é o do proxy. O real vem em X-Forwarded-For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Guards e pipes não sabem qual versão do HTTP foi usada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HTTP POR DENTRO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Vamos ver o HTTP/1.1: é só texto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"/>
          <p:cNvSpPr/>
          <p:nvPr/>
        </p:nvSpPr>
        <p:spPr>
          <a:xfrm>
            <a:off x="812880" y="1838880"/>
            <a:ext cx="10566000" cy="2006280"/>
          </a:xfrm>
          <a:prstGeom prst="roundRect">
            <a:avLst>
              <a:gd name="adj" fmla="val 5063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73520" rIns="0" bIns="1479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6B87"/>
                </a:solidFill>
                <a:effectLst/>
                <a:uFillTx/>
                <a:latin typeface="Courier New"/>
                <a:ea typeface="Courier New"/>
              </a:rPr>
              <a:t>POST /usuarios HTTP/1.1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Host: localhost:3030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Content-Type: application/json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Content-Length: 25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{"nomeUsuario":"gustavo"}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"/>
          <p:cNvSpPr/>
          <p:nvPr/>
        </p:nvSpPr>
        <p:spPr>
          <a:xfrm>
            <a:off x="869040" y="4099680"/>
            <a:ext cx="10819440" cy="73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Request: linha de início, headers, linha vazia e corpo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Resposta: mesmo formato, começando pela linha de status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HTTP POR DENTRO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Vendo uma request de verdade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"/>
          <p:cNvSpPr/>
          <p:nvPr/>
        </p:nvSpPr>
        <p:spPr>
          <a:xfrm>
            <a:off x="812880" y="1838880"/>
            <a:ext cx="10566000" cy="672840"/>
          </a:xfrm>
          <a:prstGeom prst="roundRect">
            <a:avLst>
              <a:gd name="adj" fmla="val 15094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73520" rIns="0" bIns="1479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curl -v localhost:3030/usuarios/teste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"/>
          <p:cNvSpPr/>
          <p:nvPr/>
        </p:nvSpPr>
        <p:spPr>
          <a:xfrm>
            <a:off x="868320" y="2765880"/>
            <a:ext cx="1082016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Linhas com &gt;: a request enviada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Linhas com &lt;: a resposta recebida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HTTP POR DENTRO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Cada pedaço da request tem um papel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869040" y="1838880"/>
            <a:ext cx="10819440" cy="14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Linha de início: método e endereço, usados pelo Nest para achar o controller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Headers: pares de nome e valor. O Host é obrigatório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Linha vazia: marca o fim dos headers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Corpo: os dados enviados. O Content-Length conta bytes, não letras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HTTP POR DENTRO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Métodos: seguro e idempotente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869040" y="1838880"/>
            <a:ext cx="10819440" cy="73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Seguro: o método não altera nada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Idempotente: repetir dá o mesmo resultado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5" name="Table 0"/>
          <p:cNvGraphicFramePr/>
          <p:nvPr/>
        </p:nvGraphicFramePr>
        <p:xfrm>
          <a:off x="823320" y="2811960"/>
          <a:ext cx="10555200" cy="1748880"/>
        </p:xfrm>
        <a:graphic>
          <a:graphicData uri="http://schemas.openxmlformats.org/drawingml/2006/table">
            <a:tbl>
              <a:tblPr/>
              <a:tblGrid>
                <a:gridCol w="3799800"/>
                <a:gridCol w="3377520"/>
                <a:gridCol w="3377520"/>
              </a:tblGrid>
              <a:tr h="437040"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Método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B6B4AF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B6B4AF"/>
                      </a:solidFill>
                      <a:prstDash val="solid"/>
                    </a:lnB>
                    <a:solidFill>
                      <a:srgbClr val="E4E1DB"/>
                    </a:solidFill>
                  </a:tcPr>
                </a:tc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Seguro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B6B4AF"/>
                      </a:solidFill>
                      <a:prstDash val="solid"/>
                    </a:lnL>
                    <a:lnR w="12240">
                      <a:solidFill>
                        <a:srgbClr val="B6B4AF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B6B4AF"/>
                      </a:solidFill>
                      <a:prstDash val="solid"/>
                    </a:lnB>
                    <a:solidFill>
                      <a:srgbClr val="E4E1DB"/>
                    </a:solidFill>
                  </a:tcPr>
                </a:tc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Idempotente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B6B4AF"/>
                      </a:solidFill>
                      <a:prstDash val="solid"/>
                    </a:lnL>
                    <a:lnR w="12240">
                      <a:solidFill>
                        <a:srgbClr val="B6B4AF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B6B4AF"/>
                      </a:solidFill>
                      <a:prstDash val="solid"/>
                    </a:lnB>
                    <a:solidFill>
                      <a:srgbClr val="E4E1DB"/>
                    </a:solidFill>
                  </a:tcPr>
                </a:tc>
              </a:tr>
              <a:tr h="437040"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GET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B6B4AF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Sim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B6B4AF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Sim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B6B4AF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</a:tr>
              <a:tr h="437040"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PUT e DELETE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Não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Sim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</a:tr>
              <a:tr h="437040"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POST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Não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Não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HTTP POR DENTRO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Por que isso importa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"/>
          <p:cNvSpPr/>
          <p:nvPr/>
        </p:nvSpPr>
        <p:spPr>
          <a:xfrm>
            <a:off x="868320" y="1838880"/>
            <a:ext cx="10820160" cy="15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Proxies e navegadores repetem sozinhos requests idempotentes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Repetir um GET é inofensivo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Repetir um POST /publicacoes cria duas publicações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DELETE repetido tem o mesmo efeito: o recurso continua apagado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HTTP POR DENTRO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Status codes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"/>
          <p:cNvSpPr/>
          <p:nvPr/>
        </p:nvSpPr>
        <p:spPr>
          <a:xfrm>
            <a:off x="869040" y="1838880"/>
            <a:ext cx="10819440" cy="14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2xx: deu certo. 201 criado, 204 sucesso sem corpo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4xx: erro de quem pediu. 400 inválido, 404 não existe, 409 conflito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413: corpo grande demais. 415: tipo não aceito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5xx: erro do servidor. 502: um serviço externo falhou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HTTP POR DENTRO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401 e 403 são diferentes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"/>
          <p:cNvSpPr/>
          <p:nvPr/>
        </p:nvSpPr>
        <p:spPr>
          <a:xfrm>
            <a:off x="868320" y="1838880"/>
            <a:ext cx="10820160" cy="11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401: o servidor não sabe quem é o usuário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403: o servidor sabe quem é, mas não permite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OwnershipGuard responde 403 ao excluir publicação de outra pessoa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HTTP POR DENTRO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O tamanho do corpo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869040" y="1838880"/>
            <a:ext cx="10819440" cy="14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Content-Length: o tamanho é conhecido antes de enviar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Transfer-Encoding: chunked: corpo em pedaços, para streaming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Os dois juntos são suspeitos (request smuggling)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Node 22 recusa essa request com 400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HTTP POR DENTRO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Conexão aberta: keep-alive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"/>
          <p:cNvSpPr/>
          <p:nvPr/>
        </p:nvSpPr>
        <p:spPr>
          <a:xfrm>
            <a:off x="869040" y="1838880"/>
            <a:ext cx="10819440" cy="14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No HTTP/1.1 a conexão fica aberta para a próxima request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Economiza os apertos de mão de TCP e TLS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Na mesma conexão, uma resposta espera a anterior terminar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Navegadores abrem cerca de 6 conexões por site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HTTP POR DENTRO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Cache no HTTP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882360" y="1838880"/>
            <a:ext cx="10805760" cy="169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Cache-Control: max-age=60 reaproveita a resposta por 60 segundos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no-store: proíbe guardar a resposta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ETag: impressão digital da resposta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Se nada mudou, o servidor responde 304, sem corpo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Esse cache fica no cliente. O Cache-Aside fica no servidor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REST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REST: usar o HTTP a favor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"/>
          <p:cNvSpPr/>
          <p:nvPr/>
        </p:nvSpPr>
        <p:spPr>
          <a:xfrm>
            <a:off x="882360" y="1838880"/>
            <a:ext cx="10805760" cy="169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REST: estilo de montar APIs aproveitando o HTTP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Recurso: tem endereço próprio, como /usuarios/42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método diz a ação, e o status diz o resultado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DELETE /publicacoes/12 responde 204 ou 404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POST /deletarPublicacao com 200 e erro no corpo não é REST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Vamos entender o CORS: o que é uma origem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"/>
          <p:cNvSpPr/>
          <p:nvPr/>
        </p:nvSpPr>
        <p:spPr>
          <a:xfrm>
            <a:off x="868320" y="1838880"/>
            <a:ext cx="108201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Origem: esquema, host e porta, os três juntos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3"/>
          <p:cNvSpPr/>
          <p:nvPr/>
        </p:nvSpPr>
        <p:spPr>
          <a:xfrm>
            <a:off x="812880" y="2467080"/>
            <a:ext cx="10566000" cy="939600"/>
          </a:xfrm>
          <a:prstGeom prst="roundRect">
            <a:avLst>
              <a:gd name="adj" fmla="val 10811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73520" rIns="0" bIns="1479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http://localhost:</a:t>
            </a:r>
            <a:r>
              <a:rPr lang="en-US" sz="1400" b="0" u="none" strike="noStrike">
                <a:solidFill>
                  <a:srgbClr val="FF6B87"/>
                </a:solidFill>
                <a:effectLst/>
                <a:uFillTx/>
                <a:latin typeface="Courier New"/>
                <a:ea typeface="Courier New"/>
              </a:rPr>
              <a:t>5173</a:t>
            </a: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 (front-end)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http://localhost:</a:t>
            </a:r>
            <a:r>
              <a:rPr lang="en-US" sz="1400" b="0" u="none" strike="noStrike">
                <a:solidFill>
                  <a:srgbClr val="FF6B87"/>
                </a:solidFill>
                <a:effectLst/>
                <a:uFillTx/>
                <a:latin typeface="Courier New"/>
                <a:ea typeface="Courier New"/>
              </a:rPr>
              <a:t>3030</a:t>
            </a: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 (API)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4"/>
          <p:cNvSpPr/>
          <p:nvPr/>
        </p:nvSpPr>
        <p:spPr>
          <a:xfrm>
            <a:off x="868320" y="3660840"/>
            <a:ext cx="108201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 porta mudou, então são origens diferentes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O CORS é uma regra do navegador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"/>
          <p:cNvSpPr/>
          <p:nvPr/>
        </p:nvSpPr>
        <p:spPr>
          <a:xfrm>
            <a:off x="869040" y="1838880"/>
            <a:ext cx="10819440" cy="179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navegador impede o JavaScript de ler respostas de outra origem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CORS: o servidor autoriza essa leitura por headers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curl, Postman e o Nest ignoram o CORS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Protege a leitura, não a ação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Não substitui a autenticação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Pedido simples e preflight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"/>
          <p:cNvSpPr/>
          <p:nvPr/>
        </p:nvSpPr>
        <p:spPr>
          <a:xfrm>
            <a:off x="869040" y="1838880"/>
            <a:ext cx="10819440" cy="14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Pedido simples: GET, HEAD ou POST com headers comuns, vai direto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Preflight: o navegador pergunta antes, com uma request OPTIONS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Aqui quase tudo tem preflight: JSON, Authorization e DELETE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servidor autoriza, e só então segue a request de verdade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Como é um preflight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"/>
          <p:cNvSpPr/>
          <p:nvPr/>
        </p:nvSpPr>
        <p:spPr>
          <a:xfrm>
            <a:off x="812880" y="1838880"/>
            <a:ext cx="10566000" cy="1891800"/>
          </a:xfrm>
          <a:prstGeom prst="roundRect">
            <a:avLst>
              <a:gd name="adj" fmla="val 5369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73520" rIns="0" bIns="147960" anchor="t">
            <a:normAutofit/>
          </a:bodyPr>
          <a:p>
            <a:pPr defTabSz="914400">
              <a:lnSpc>
                <a:spcPts val="195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6B87"/>
                </a:solidFill>
                <a:effectLst/>
                <a:uFillTx/>
                <a:latin typeface="Courier New"/>
                <a:ea typeface="Courier New"/>
              </a:rPr>
              <a:t>OPTIONS /usuarios/me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5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Origin: http://localhost:5173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5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Access-Control-Request-Method: GET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5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5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6B87"/>
                </a:solidFill>
                <a:effectLst/>
                <a:uFillTx/>
                <a:latin typeface="Courier New"/>
                <a:ea typeface="Courier New"/>
              </a:rPr>
              <a:t>204 No Content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5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Access-Control-Allow-Origin: http://localhost:5173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"/>
          <p:cNvSpPr/>
          <p:nvPr/>
        </p:nvSpPr>
        <p:spPr>
          <a:xfrm>
            <a:off x="869040" y="3985200"/>
            <a:ext cx="10819440" cy="73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São duas idas ao servidor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Access-Control-Max-Age guarda a autorização em cache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Como o projeto evita o CORS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"/>
          <p:cNvSpPr/>
          <p:nvPr/>
        </p:nvSpPr>
        <p:spPr>
          <a:xfrm>
            <a:off x="869040" y="1838880"/>
            <a:ext cx="10819440" cy="14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Em produção, o Nest serve o Vue compilado: mesma origem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Em desenvolvimento, o proxy do Vite repassa a API para a porta 3030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Para o navegador, tudo vem da porta 5173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Decisão de arquitetura que elimina uma classe de bugs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812880" y="2128680"/>
            <a:ext cx="10883160" cy="66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504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TypeScript e NestJS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"/>
          <p:cNvSpPr/>
          <p:nvPr/>
        </p:nvSpPr>
        <p:spPr>
          <a:xfrm>
            <a:off x="812880" y="3022560"/>
            <a:ext cx="108831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801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CDD6"/>
                </a:solidFill>
                <a:effectLst/>
                <a:uFillTx/>
                <a:latin typeface="Arial"/>
                <a:ea typeface="Arial"/>
              </a:rPr>
              <a:t>Vamos ver os recursos do TypeScript que o Nest usa para funcionar.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"/>
          <p:cNvSpPr/>
          <p:nvPr/>
        </p:nvSpPr>
        <p:spPr>
          <a:xfrm>
            <a:off x="869040" y="3632040"/>
            <a:ext cx="10819440" cy="11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880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Tipos que somem na compilação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880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Decorators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880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Configuração do tsconfig.json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TYPESCRIPT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O TypeScript não existe em runtime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"/>
          <p:cNvSpPr/>
          <p:nvPr/>
        </p:nvSpPr>
        <p:spPr>
          <a:xfrm>
            <a:off x="869040" y="1838880"/>
            <a:ext cx="10819440" cy="179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compilador apaga os tipos e entrega JavaScript puro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Tipo não valida nada em produção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Body tipado como CadastrarUsuarioDto chega como o cliente mandou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Só um pipe de validação confere o formato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que o Nest lê em runtime precisa ser valor, não tipo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TYPESCRIPT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Inferência, unknown e any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"/>
          <p:cNvSpPr/>
          <p:nvPr/>
        </p:nvSpPr>
        <p:spPr>
          <a:xfrm>
            <a:off x="812880" y="1838880"/>
            <a:ext cx="10566000" cy="1206000"/>
          </a:xfrm>
          <a:prstGeom prst="roundRect">
            <a:avLst>
              <a:gd name="adj" fmla="val 8421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73520" rIns="0" bIns="1479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idadeMinima = 16;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let idade = 16;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corpo: unknown = JSON.parse(texto);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"/>
          <p:cNvSpPr/>
          <p:nvPr/>
        </p:nvSpPr>
        <p:spPr>
          <a:xfrm>
            <a:off x="882360" y="3299400"/>
            <a:ext cx="10805760" cy="102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Inferência: o compilador deduz o tipo, sem anotação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any desliga a checagem. unknown exige provar o tipo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Dado de fora, como o JSON de uma request, começa como unknown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TYPESCRIPT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Valores fechados com as const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"/>
          <p:cNvSpPr/>
          <p:nvPr/>
        </p:nvSpPr>
        <p:spPr>
          <a:xfrm>
            <a:off x="812880" y="1838880"/>
            <a:ext cx="10566000" cy="2006280"/>
          </a:xfrm>
          <a:prstGeom prst="roundRect">
            <a:avLst>
              <a:gd name="adj" fmla="val 5063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73520" rIns="0" bIns="1479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export const UsuarioStatus =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ATIVO: 'ATIVO',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INATIVO: 'INATIVO',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BANIDO: 'BANIDO',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 as const;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export type UsuarioStatus = (typeof UsuarioStatus)[keyof typeof UsuarioStatus];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"/>
          <p:cNvSpPr/>
          <p:nvPr/>
        </p:nvSpPr>
        <p:spPr>
          <a:xfrm>
            <a:off x="882360" y="4099680"/>
            <a:ext cx="1080576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as const congela o objeto e guarda os valores exatos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tipo derivado aceita só 'ATIVO', 'INATIVO' ou 'BANIDO'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TYPESCRIPT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Narrowing, null e undefined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"/>
          <p:cNvSpPr/>
          <p:nvPr/>
        </p:nvSpPr>
        <p:spPr>
          <a:xfrm>
            <a:off x="882360" y="1838880"/>
            <a:ext cx="10805760" cy="169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Narrowing: dentro de if (typeof valor === 'string'), valor é string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DataNascimento aceita string ou Date e escolhe o caminho pelo tipo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Com strict, string não aceita undefined. Opcional: nome?: string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??: troca só null e undefined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!: diz "não é nulo", e ninguém confere em runtime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TYPESCRIPT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Classes e o construtor que injeta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"/>
          <p:cNvSpPr/>
          <p:nvPr/>
        </p:nvSpPr>
        <p:spPr>
          <a:xfrm>
            <a:off x="812880" y="1838880"/>
            <a:ext cx="10566000" cy="1472760"/>
          </a:xfrm>
          <a:prstGeom prst="roundRect">
            <a:avLst>
              <a:gd name="adj" fmla="val 6897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73520" rIns="0" bIns="1479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constructor(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private readonly searchUsuarioService: SearchUsuarioService,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private readonly cadastrarUsuarioUsecase: CadastrarUsuarioUsecase,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) {}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3"/>
          <p:cNvSpPr/>
          <p:nvPr/>
        </p:nvSpPr>
        <p:spPr>
          <a:xfrm>
            <a:off x="882360" y="3566160"/>
            <a:ext cx="1080576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private readonly no parâmetro declara o campo e guarda o valor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É o formato de toda injeção de dependência no Nest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TYPESCRIPT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Generics: um tipo que recebe um tipo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"/>
          <p:cNvSpPr/>
          <p:nvPr/>
        </p:nvSpPr>
        <p:spPr>
          <a:xfrm>
            <a:off x="812880" y="1838880"/>
            <a:ext cx="10566000" cy="1206000"/>
          </a:xfrm>
          <a:prstGeom prst="roundRect">
            <a:avLst>
              <a:gd name="adj" fmla="val 8421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73520" rIns="0" bIns="1479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abstract get&lt;T&gt;(key: string): Promise&lt;T | null&gt;;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await this.cachePort.get&lt;EnderecoDto&gt;(cacheKey);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3"/>
          <p:cNvSpPr/>
          <p:nvPr/>
        </p:nvSpPr>
        <p:spPr>
          <a:xfrm>
            <a:off x="882360" y="3299400"/>
            <a:ext cx="1080576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Generic: tipo que recebe outro tipo, como Promise&lt;Usuario&gt;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CachePort devolve o tipo que quem chama pedir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TYPESCRIPT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async, await e Promise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"/>
          <p:cNvSpPr/>
          <p:nvPr/>
        </p:nvSpPr>
        <p:spPr>
          <a:xfrm>
            <a:off x="882360" y="1838880"/>
            <a:ext cx="10805760" cy="169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Node roda o código numa linha de execução só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Operação lenta, como o banco, vira uma Promise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await pausa só a função, não o servidor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Promise sem await escapa do try/catch e pode derrubar o processo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Promise.all roda leituras independentes juntas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DECORATORS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Decorators: funções que anotam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"/>
          <p:cNvSpPr/>
          <p:nvPr/>
        </p:nvSpPr>
        <p:spPr>
          <a:xfrm>
            <a:off x="868320" y="1838880"/>
            <a:ext cx="10820160" cy="11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Decorator: função chamada com a classe, o método ou o parâmetro logo abaixo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@Controller('usuarios') é uma chamada de função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No Nest, quase todo decorator só anota metadata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DECORATORS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Quem lê as anotações é o Nest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"/>
          <p:cNvSpPr/>
          <p:nvPr/>
        </p:nvSpPr>
        <p:spPr>
          <a:xfrm>
            <a:off x="812880" y="1838880"/>
            <a:ext cx="10566000" cy="1206000"/>
          </a:xfrm>
          <a:prstGeom prst="roundRect">
            <a:avLst>
              <a:gd name="adj" fmla="val 8421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73520" rIns="0" bIns="1479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@Public()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@Post()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public async cadastrarUsuario(@Body() dados: CadastrarUsuarioDto)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"/>
          <p:cNvSpPr/>
          <p:nvPr/>
        </p:nvSpPr>
        <p:spPr>
          <a:xfrm>
            <a:off x="869040" y="3299400"/>
            <a:ext cx="10819440" cy="73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@Public() só grava a marca isPublic na rota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8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Nest lê as marcas ao montar rotas, guards e injeção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DECORATORS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As opções do tsconfig.json que importam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"/>
          <p:cNvSpPr/>
          <p:nvPr/>
        </p:nvSpPr>
        <p:spPr>
          <a:xfrm>
            <a:off x="812880" y="1838880"/>
            <a:ext cx="10566000" cy="1206000"/>
          </a:xfrm>
          <a:prstGeom prst="roundRect">
            <a:avLst>
              <a:gd name="adj" fmla="val 8421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73520" rIns="0" bIns="1479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"experimentalDecorators": true,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"emitDecoratorMetadata": true,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"strict": true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3"/>
          <p:cNvSpPr/>
          <p:nvPr/>
        </p:nvSpPr>
        <p:spPr>
          <a:xfrm>
            <a:off x="882360" y="3299400"/>
            <a:ext cx="10805760" cy="102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experimentalDecorators: liga os decorators que o Nest usa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emitDecoratorMetadata: grava os tipos do construtor, base da injeção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636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strict: liga a checagem de null e undefined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INJEÇÃO DE DEPENDÊNCIA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Criar com new prende a classe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"/>
          <p:cNvSpPr/>
          <p:nvPr/>
        </p:nvSpPr>
        <p:spPr>
          <a:xfrm>
            <a:off x="868320" y="1813680"/>
            <a:ext cx="10820160" cy="14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Dependência: outra classe de que uma classe precisa para funcionar.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Aqui, o caso de uso precisa de um gerador de hash.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Criar o gerador com new prende a classe a uma implementação.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Nos testes, o scrypt lento de verdade roda junto.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3"/>
          <p:cNvSpPr/>
          <p:nvPr/>
        </p:nvSpPr>
        <p:spPr>
          <a:xfrm>
            <a:off x="812880" y="3489840"/>
            <a:ext cx="10566000" cy="1155240"/>
          </a:xfrm>
          <a:prstGeom prst="roundRect">
            <a:avLst>
              <a:gd name="adj" fmla="val 8791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class CadastrarUsuarioUsecase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private hashPort = new ScryptHashAdapter();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INJEÇÃO DE DEPENDÊNCIA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Receber pela injeção, pelo construtor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"/>
          <p:cNvSpPr/>
          <p:nvPr/>
        </p:nvSpPr>
        <p:spPr>
          <a:xfrm>
            <a:off x="868320" y="1813680"/>
            <a:ext cx="10820160" cy="14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Injeção de dependência: a classe recebe o que precisa, não cria.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construtor declara as dependências.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Em produção, entra o adapter de verdade.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No teste, entra um fake.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3"/>
          <p:cNvSpPr/>
          <p:nvPr/>
        </p:nvSpPr>
        <p:spPr>
          <a:xfrm>
            <a:off x="812880" y="3489840"/>
            <a:ext cx="10566000" cy="1688760"/>
          </a:xfrm>
          <a:prstGeom prst="roundRect">
            <a:avLst>
              <a:gd name="adj" fmla="val 6015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class CadastrarUsuarioUsecase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constructor(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private readonly hashPort: HashPort,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) {}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INJEÇÃO DE DEPENDÊNCIA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Inversão de controle (IoC)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2"/>
          <p:cNvSpPr/>
          <p:nvPr/>
        </p:nvSpPr>
        <p:spPr>
          <a:xfrm>
            <a:off x="868320" y="1813680"/>
            <a:ext cx="10820160" cy="183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Vamos ver quem controla a criação dos objetos.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IoC: o framework cria e liga os objetos.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código só declara o que precisa.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No Nest, o contêiner de injeção faz esse papel.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Analogia: o garçom traz o prato, ninguém entra na cozinha.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INJEÇÃO DE DEPENDÊNCIA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Inversão de dependência (DIP)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"/>
          <p:cNvSpPr/>
          <p:nvPr/>
        </p:nvSpPr>
        <p:spPr>
          <a:xfrm>
            <a:off x="868320" y="1813680"/>
            <a:ext cx="10820160" cy="183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DIP: classes de alto nível dependem de abstrações, não de detalhes.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É o D do SOLID.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caso de uso depende do port, não do Postgres nem do scrypt.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Qualquer adapter que cumpre o contrato se encaixa.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Analogia: o notebook depende da tomada, não da usina.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INJEÇÃO DE DEPENDÊNCIA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Injeção de dependência (DI)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"/>
          <p:cNvSpPr/>
          <p:nvPr/>
        </p:nvSpPr>
        <p:spPr>
          <a:xfrm>
            <a:off x="868320" y="1813680"/>
            <a:ext cx="10820160" cy="14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DI: a classe recebe as dependências pelo construtor.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É a técnica que realiza IoC e DIP.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Nest lê o construtor e entrega as instâncias.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Resumo: declarar o que precisa, não construir.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INJEÇÃO DE DEPENDÊNCIA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Como o Nest decide o que injetar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"/>
          <p:cNvSpPr/>
          <p:nvPr/>
        </p:nvSpPr>
        <p:spPr>
          <a:xfrm>
            <a:off x="816120" y="1816560"/>
            <a:ext cx="10559520" cy="585720"/>
          </a:xfrm>
          <a:prstGeom prst="roundRect">
            <a:avLst>
              <a:gd name="adj" fmla="val 16797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6400" tIns="113040" rIns="0" bIns="87480" anchor="t">
            <a:normAutofit/>
          </a:bodyPr>
          <a:p>
            <a:pPr defTabSz="914400">
              <a:lnSpc>
                <a:spcPts val="2381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1.</a:t>
            </a:r>
            <a:r>
              <a:rPr lang="en-US" sz="1700" b="0" u="none" strike="noStrike">
                <a:solidFill>
                  <a:srgbClr val="474D5B"/>
                </a:solidFill>
                <a:effectLst/>
                <a:uFillTx/>
                <a:latin typeface="Arial"/>
                <a:ea typeface="Arial"/>
              </a:rPr>
              <a:t> Tipo no construtor: </a:t>
            </a:r>
            <a:r>
              <a:rPr lang="en-US" sz="1700" b="0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hashPort: HashPort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3"/>
          <p:cNvSpPr/>
          <p:nvPr/>
        </p:nvSpPr>
        <p:spPr>
          <a:xfrm>
            <a:off x="816120" y="2523240"/>
            <a:ext cx="10559520" cy="585720"/>
          </a:xfrm>
          <a:prstGeom prst="roundRect">
            <a:avLst>
              <a:gd name="adj" fmla="val 16797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6400" tIns="113040" rIns="0" bIns="87480" anchor="t">
            <a:normAutofit/>
          </a:bodyPr>
          <a:p>
            <a:pPr defTabSz="914400">
              <a:lnSpc>
                <a:spcPts val="2381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2.</a:t>
            </a:r>
            <a:r>
              <a:rPr lang="en-US" sz="1700" b="0" u="none" strike="noStrike">
                <a:solidFill>
                  <a:srgbClr val="474D5B"/>
                </a:solidFill>
                <a:effectLst/>
                <a:uFillTx/>
                <a:latin typeface="Arial"/>
                <a:ea typeface="Arial"/>
              </a:rPr>
              <a:t> O compilador grava esse tipo como metadata.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4"/>
          <p:cNvSpPr/>
          <p:nvPr/>
        </p:nvSpPr>
        <p:spPr>
          <a:xfrm>
            <a:off x="816120" y="3229920"/>
            <a:ext cx="10559520" cy="585720"/>
          </a:xfrm>
          <a:prstGeom prst="roundRect">
            <a:avLst>
              <a:gd name="adj" fmla="val 16797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76400" tIns="113040" rIns="0" bIns="87480" anchor="t">
            <a:normAutofit/>
          </a:bodyPr>
          <a:p>
            <a:pPr defTabSz="914400">
              <a:lnSpc>
                <a:spcPts val="2381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3.</a:t>
            </a:r>
            <a:r>
              <a:rPr lang="en-US" sz="1700" b="0" u="none" strike="noStrike">
                <a:solidFill>
                  <a:srgbClr val="474D5B"/>
                </a:solidFill>
                <a:effectLst/>
                <a:uFillTx/>
                <a:latin typeface="Arial"/>
                <a:ea typeface="Arial"/>
              </a:rPr>
              <a:t> O Nest procura no módulo quem fornece o HashPort.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5"/>
          <p:cNvSpPr/>
          <p:nvPr/>
        </p:nvSpPr>
        <p:spPr>
          <a:xfrm>
            <a:off x="869040" y="4047480"/>
            <a:ext cx="108194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Por isso o tipo precisa existir em runtime.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INJEÇÃO DE DEPENDÊNCIA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Opções do tsconfig que habilitam a DI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"/>
          <p:cNvSpPr/>
          <p:nvPr/>
        </p:nvSpPr>
        <p:spPr>
          <a:xfrm>
            <a:off x="812880" y="1813680"/>
            <a:ext cx="10566000" cy="888480"/>
          </a:xfrm>
          <a:prstGeom prst="roundRect">
            <a:avLst>
              <a:gd name="adj" fmla="val 11429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"experimentalDecorators": true,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"emitDecoratorMetadata": true,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3"/>
          <p:cNvSpPr/>
          <p:nvPr/>
        </p:nvSpPr>
        <p:spPr>
          <a:xfrm>
            <a:off x="868320" y="2931120"/>
            <a:ext cx="10820160" cy="11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experimentalDecorators: liga os decorators, como o @Injectable().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emitDecoratorMetadata: grava os tipos do construtor na classe.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Sem as duas, o Nest não descobre o que injetar.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INJEÇÃO DE DEPENDÊNCIA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Port: classe abstrata como token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"/>
          <p:cNvSpPr/>
          <p:nvPr/>
        </p:nvSpPr>
        <p:spPr>
          <a:xfrm>
            <a:off x="868320" y="1813680"/>
            <a:ext cx="10820160" cy="11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Interface desaparece na compilação do TypeScript.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Classe abstrata continua existindo no JavaScript.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Ela serve de token de injeção: o nome para achar a peça.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3"/>
          <p:cNvSpPr/>
          <p:nvPr/>
        </p:nvSpPr>
        <p:spPr>
          <a:xfrm>
            <a:off x="812880" y="3128040"/>
            <a:ext cx="10566000" cy="1688760"/>
          </a:xfrm>
          <a:prstGeom prst="roundRect">
            <a:avLst>
              <a:gd name="adj" fmla="val 6015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export abstract class HashPort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abstract hash(senha: string): Promise&lt;string&gt;;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abstract compare(senha: string, senhaHash: string): Promise&lt;boolean&gt;;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INJEÇÃO DE DEPENDÊNCIA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Módulo: quem responde ao port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"/>
          <p:cNvSpPr/>
          <p:nvPr/>
        </p:nvSpPr>
        <p:spPr>
          <a:xfrm>
            <a:off x="812880" y="1813680"/>
            <a:ext cx="10566000" cy="1155240"/>
          </a:xfrm>
          <a:prstGeom prst="roundRect">
            <a:avLst>
              <a:gd name="adj" fmla="val 8791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providers: [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{ provide: HashPort, useClass: ScryptHashAdapter },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],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3"/>
          <p:cNvSpPr/>
          <p:nvPr/>
        </p:nvSpPr>
        <p:spPr>
          <a:xfrm>
            <a:off x="868320" y="3197880"/>
            <a:ext cx="10820160" cy="11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provide: o token que alguém pede.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useClass: a implementação que o Nest entrega.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Trocar o algoritmo muda só essa linha.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INJEÇÃO DE DEPENDÊNCIA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Provider: a classe que o Nest injeta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"/>
          <p:cNvSpPr/>
          <p:nvPr/>
        </p:nvSpPr>
        <p:spPr>
          <a:xfrm>
            <a:off x="868320" y="1813680"/>
            <a:ext cx="10820160" cy="14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Vamos ver como uma classe vira uma peça injetável.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Provider: classe que o Nest cria e entrega a quem pede.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Exemplos: casos de uso, repositories e adapters.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Um provider pode depender de outros providers.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INJEÇÃO DE DEPENDÊNCIA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@Injectable: marca a classe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"/>
          <p:cNvSpPr/>
          <p:nvPr/>
        </p:nvSpPr>
        <p:spPr>
          <a:xfrm>
            <a:off x="812880" y="1813680"/>
            <a:ext cx="10566000" cy="1422000"/>
          </a:xfrm>
          <a:prstGeom prst="roundRect">
            <a:avLst>
              <a:gd name="adj" fmla="val 7143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@Injectable()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export class ScryptHashAdapter implements HashPort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...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3"/>
          <p:cNvSpPr/>
          <p:nvPr/>
        </p:nvSpPr>
        <p:spPr>
          <a:xfrm>
            <a:off x="868320" y="3464640"/>
            <a:ext cx="10820160" cy="11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@Injectable(): avisa que a classe participa da injeção.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Sem a marca, o Nest não lê o construtor da classe.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Marcar não basta: o módulo também precisa registrar.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INJEÇÃO DE DEPENDÊNCIA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Registrar o provider no módulo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"/>
          <p:cNvSpPr/>
          <p:nvPr/>
        </p:nvSpPr>
        <p:spPr>
          <a:xfrm>
            <a:off x="812880" y="1813680"/>
            <a:ext cx="10566000" cy="1688760"/>
          </a:xfrm>
          <a:prstGeom prst="roundRect">
            <a:avLst>
              <a:gd name="adj" fmla="val 6015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providers: [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{ provide: UsuarioRepository, useClass: PostgresUsuarioRepository },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{ provide: HashPort, useClass: ScryptHashAdapter },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...SERVICES,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],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3"/>
          <p:cNvSpPr/>
          <p:nvPr/>
        </p:nvSpPr>
        <p:spPr>
          <a:xfrm>
            <a:off x="869040" y="3731400"/>
            <a:ext cx="108194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Todo provider precisa estar em providers do módulo.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Sem registro, o Nest lança "can't resolve dependencies".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Para outro módulo usar, o dono lista o provider em exports.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INJEÇÃO DE DEPENDÊNCIA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Singleton: uma instância para todos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2"/>
          <p:cNvSpPr/>
          <p:nvPr/>
        </p:nvSpPr>
        <p:spPr>
          <a:xfrm>
            <a:off x="868320" y="1813680"/>
            <a:ext cx="10820160" cy="183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Vamos ver quantas instâncias de cada provider existem.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Singleton: uma única instância durante toda a aplicação.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Nest cria a instância ao subir e reutiliza em todas as requests.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É o escopo padrão de todo provider.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Analogia: a impressora do escritório, uma só para todos.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INJEÇÃO DE DEPENDÊNCIA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Consequência do singleton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"/>
          <p:cNvSpPr/>
          <p:nvPr/>
        </p:nvSpPr>
        <p:spPr>
          <a:xfrm>
            <a:off x="868320" y="1813680"/>
            <a:ext cx="10820160" cy="183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Todas as requests compartilham o mesmo objeto.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Provider não guarda dados de uma request.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Requests simultâneas se misturariam no mesmo campo.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Dados da request viajam por parâmetro.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No projeto, o Map do MapCacheAdapter funciona como cache por ser singleton.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INJEÇÃO DE DEPENDÊNCIA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Os escopos de um provider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8" name="Table 0"/>
          <p:cNvGraphicFramePr/>
          <p:nvPr/>
        </p:nvGraphicFramePr>
        <p:xfrm>
          <a:off x="823320" y="1824120"/>
          <a:ext cx="10555200" cy="1855440"/>
        </p:xfrm>
        <a:graphic>
          <a:graphicData uri="http://schemas.openxmlformats.org/drawingml/2006/table">
            <a:tbl>
              <a:tblPr/>
              <a:tblGrid>
                <a:gridCol w="3166560"/>
                <a:gridCol w="7388640"/>
              </a:tblGrid>
              <a:tr h="463680">
                <a:tc>
                  <a:txBody>
                    <a:bodyPr lIns="75240" tIns="75240" rIns="75240" bIns="75240" anchor="t">
                      <a:noAutofit/>
                    </a:bodyPr>
                    <a:p>
                      <a:pPr defTabSz="914400">
                        <a:lnSpc>
                          <a:spcPts val="2381"/>
                        </a:lnSpc>
                        <a:tabLst>
                          <a:tab pos="0" algn="l"/>
                        </a:tabLst>
                      </a:pPr>
                      <a:r>
                        <a:rPr lang="en-US" sz="1700" b="1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Escopo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240" marR="75240" marT="75240" marB="7524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B6B4AF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B6B4AF"/>
                      </a:solidFill>
                      <a:prstDash val="solid"/>
                    </a:lnB>
                    <a:solidFill>
                      <a:srgbClr val="E4E1DB"/>
                    </a:solidFill>
                  </a:tcPr>
                </a:tc>
                <a:tc>
                  <a:txBody>
                    <a:bodyPr lIns="75240" tIns="75240" rIns="75240" bIns="75240" anchor="t">
                      <a:noAutofit/>
                    </a:bodyPr>
                    <a:p>
                      <a:pPr defTabSz="914400">
                        <a:lnSpc>
                          <a:spcPts val="2381"/>
                        </a:lnSpc>
                        <a:tabLst>
                          <a:tab pos="0" algn="l"/>
                        </a:tabLst>
                      </a:pPr>
                      <a:r>
                        <a:rPr lang="en-US" sz="1700" b="1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Instâncias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240" marR="75240" marT="75240" marB="75240">
                    <a:lnL w="12240">
                      <a:solidFill>
                        <a:srgbClr val="B6B4AF"/>
                      </a:solidFill>
                      <a:prstDash val="solid"/>
                    </a:lnL>
                    <a:lnR w="12240">
                      <a:solidFill>
                        <a:srgbClr val="B6B4AF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B6B4AF"/>
                      </a:solidFill>
                      <a:prstDash val="solid"/>
                    </a:lnB>
                    <a:solidFill>
                      <a:srgbClr val="E4E1DB"/>
                    </a:solidFill>
                  </a:tcPr>
                </a:tc>
              </a:tr>
              <a:tr h="463680">
                <a:tc>
                  <a:txBody>
                    <a:bodyPr lIns="75240" tIns="75240" rIns="75240" bIns="75240" anchor="t">
                      <a:noAutofit/>
                    </a:bodyPr>
                    <a:p>
                      <a:pPr defTabSz="914400">
                        <a:lnSpc>
                          <a:spcPts val="2381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DEFAULT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240" marR="75240" marT="75240" marB="7524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B6B4AF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240" tIns="75240" rIns="75240" bIns="75240" anchor="t">
                      <a:noAutofit/>
                    </a:bodyPr>
                    <a:p>
                      <a:pPr defTabSz="914400">
                        <a:lnSpc>
                          <a:spcPts val="2381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Uma por aplicação (singleton)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240" marR="75240" marT="75240" marB="7524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B6B4AF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</a:tr>
              <a:tr h="463680">
                <a:tc>
                  <a:txBody>
                    <a:bodyPr lIns="75240" tIns="75240" rIns="75240" bIns="75240" anchor="t">
                      <a:noAutofit/>
                    </a:bodyPr>
                    <a:p>
                      <a:pPr defTabSz="914400">
                        <a:lnSpc>
                          <a:spcPts val="2381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REQUEST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240" marR="75240" marT="75240" marB="7524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240" tIns="75240" rIns="75240" bIns="75240" anchor="t">
                      <a:noAutofit/>
                    </a:bodyPr>
                    <a:p>
                      <a:pPr defTabSz="914400">
                        <a:lnSpc>
                          <a:spcPts val="2381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Uma nova a cada request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240" marR="75240" marT="75240" marB="7524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</a:tr>
              <a:tr h="463680">
                <a:tc>
                  <a:txBody>
                    <a:bodyPr lIns="75240" tIns="75240" rIns="75240" bIns="75240" anchor="t">
                      <a:noAutofit/>
                    </a:bodyPr>
                    <a:p>
                      <a:pPr defTabSz="914400">
                        <a:lnSpc>
                          <a:spcPts val="2381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TRANSIENT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240" marR="75240" marT="75240" marB="7524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240" tIns="75240" rIns="75240" bIns="75240" anchor="t">
                      <a:noAutofit/>
                    </a:bodyPr>
                    <a:p>
                      <a:pPr defTabSz="914400">
                        <a:lnSpc>
                          <a:spcPts val="2381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Uma nova por classe que injeta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240" marR="75240" marT="75240" marB="7524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9" name="Text 2"/>
          <p:cNvSpPr/>
          <p:nvPr/>
        </p:nvSpPr>
        <p:spPr>
          <a:xfrm>
            <a:off x="868320" y="3908520"/>
            <a:ext cx="1082016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No projeto, todos os providers usam DEFAULT.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REQUEST e TRANSIENT são exceções raras.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ESTRUTURA DO NEST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Module: agrupa um assunto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2"/>
          <p:cNvSpPr/>
          <p:nvPr/>
        </p:nvSpPr>
        <p:spPr>
          <a:xfrm>
            <a:off x="868320" y="1813680"/>
            <a:ext cx="10820160" cy="11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Vamos ver as três peças base de um projeto Nest.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Module: agrupa controllers e providers de um assunto.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imports: outros módulos de que este depende.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3"/>
          <p:cNvSpPr/>
          <p:nvPr/>
        </p:nvSpPr>
        <p:spPr>
          <a:xfrm>
            <a:off x="812880" y="3128040"/>
            <a:ext cx="10566000" cy="1688760"/>
          </a:xfrm>
          <a:prstGeom prst="roundRect">
            <a:avLst>
              <a:gd name="adj" fmla="val 6015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@Module({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imports: [CommonModule, EnderecosModule],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controllers: [UsuariosController, AuthController],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providers: [ ... ],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ESTRUTURA DO NEST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Controller: a porta de entrada HTTP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"/>
          <p:cNvSpPr/>
          <p:nvPr/>
        </p:nvSpPr>
        <p:spPr>
          <a:xfrm>
            <a:off x="868320" y="1813680"/>
            <a:ext cx="10820160" cy="11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Controller: recebe a request e devolve a resposta.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Método com @Get, @Post e similares vira uma rota.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Só traduz HTTP e delega ao caso de uso.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3"/>
          <p:cNvSpPr/>
          <p:nvPr/>
        </p:nvSpPr>
        <p:spPr>
          <a:xfrm>
            <a:off x="812880" y="3128040"/>
            <a:ext cx="10566000" cy="1688760"/>
          </a:xfrm>
          <a:prstGeom prst="roundRect">
            <a:avLst>
              <a:gd name="adj" fmla="val 6015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@Public()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@Post()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public async cadastrarUsuario(@Body() dados: CadastrarUsuarioDto)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return this.cadastrarUsuarioUsecase.execute(dados);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ESTRUTURA DO NEST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Provider e AppModule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"/>
          <p:cNvSpPr/>
          <p:nvPr/>
        </p:nvSpPr>
        <p:spPr>
          <a:xfrm>
            <a:off x="868320" y="1813680"/>
            <a:ext cx="10820160" cy="183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Provider: faz o trabalho de verdade.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Exemplos: casos de uso, repositories e adapters.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AppModule: módulo raiz da aplicação.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Configura o JWT e registra o guard global.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Importa os módulos de usuários, endereços e publicações.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AS PEÇAS DO NEST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Middleware: antes de saber a rota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"/>
          <p:cNvSpPr/>
          <p:nvPr/>
        </p:nvSpPr>
        <p:spPr>
          <a:xfrm>
            <a:off x="868320" y="1813680"/>
            <a:ext cx="10820160" cy="183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Vamos começar pela primeira peça do ciclo da request.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Middleware: função que roda antes de tudo, com a request crua.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Não sabe qual controller vai atender a request.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Chama next() para passar a vez à próxima peça.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Uso típico: log de acesso e id de correlação.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AS PEÇAS DO NEST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Middleware: exemplo genérico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"/>
          <p:cNvSpPr/>
          <p:nvPr/>
        </p:nvSpPr>
        <p:spPr>
          <a:xfrm>
            <a:off x="869040" y="1813680"/>
            <a:ext cx="108194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projeto não usa middleware. Este é um exemplo genérico.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3"/>
          <p:cNvSpPr/>
          <p:nvPr/>
        </p:nvSpPr>
        <p:spPr>
          <a:xfrm>
            <a:off x="812880" y="2385000"/>
            <a:ext cx="10566000" cy="2222280"/>
          </a:xfrm>
          <a:prstGeom prst="roundRect">
            <a:avLst>
              <a:gd name="adj" fmla="val 4571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@Injectable()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export class AccessLogMiddleware implements NestMiddleware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use(request: IncomingMessage, response: ServerResponse, next: () =&gt; void)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console.log(`${request.method} ${request.url}`);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next();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AS PEÇAS DO NEST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Middleware: como registrar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2"/>
          <p:cNvSpPr/>
          <p:nvPr/>
        </p:nvSpPr>
        <p:spPr>
          <a:xfrm>
            <a:off x="812880" y="1813680"/>
            <a:ext cx="10566000" cy="1155240"/>
          </a:xfrm>
          <a:prstGeom prst="roundRect">
            <a:avLst>
              <a:gd name="adj" fmla="val 8791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configure(consumer: MiddlewareConsumer)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consumer.apply(AccessLogMiddleware).forRoutes('*');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3"/>
          <p:cNvSpPr/>
          <p:nvPr/>
        </p:nvSpPr>
        <p:spPr>
          <a:xfrm>
            <a:off x="868320" y="3197880"/>
            <a:ext cx="10820160" cy="14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Registro no módulo, no método configure.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apply: qual middleware usar.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forRoutes: em quais rotas ele atua.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Exemplo genérico, fora do projeto.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AS PEÇAS DO NEST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Guard: decide se a request segue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2"/>
          <p:cNvSpPr/>
          <p:nvPr/>
        </p:nvSpPr>
        <p:spPr>
          <a:xfrm>
            <a:off x="868320" y="1813680"/>
            <a:ext cx="10820160" cy="183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Guard: decide se a request segue para o handler.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Devolve true para liberar ou lança exceção para barrar.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Sabe qual handler vai rodar e lê a metadata dele.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Uso: autenticação e autorização.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Analogia: o segurança confere o ingresso na porta.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AS PEÇAS DO NEST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Guard no projeto: JwtAuthGuard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"/>
          <p:cNvSpPr/>
          <p:nvPr/>
        </p:nvSpPr>
        <p:spPr>
          <a:xfrm>
            <a:off x="812880" y="1813680"/>
            <a:ext cx="10566000" cy="1955520"/>
          </a:xfrm>
          <a:prstGeom prst="roundRect">
            <a:avLst>
              <a:gd name="adj" fmla="val 5195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@Injectable()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export class JwtAuthGuard implements CanActivate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async canActivate(context: ExecutionContext): Promise&lt;boolean&gt;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...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3"/>
          <p:cNvSpPr/>
          <p:nvPr/>
        </p:nvSpPr>
        <p:spPr>
          <a:xfrm>
            <a:off x="868320" y="3997800"/>
            <a:ext cx="10820160" cy="11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Implementa CanActivate.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401: não sabemos quem é a pessoa.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403: sabemos quem é, mas ela não pode.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AS PEÇAS DO NEST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Guard: como registrar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2"/>
          <p:cNvSpPr/>
          <p:nvPr/>
        </p:nvSpPr>
        <p:spPr>
          <a:xfrm>
            <a:off x="812880" y="1813680"/>
            <a:ext cx="10566000" cy="1155240"/>
          </a:xfrm>
          <a:prstGeom prst="roundRect">
            <a:avLst>
              <a:gd name="adj" fmla="val 8791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providers: [{ provide: APP_GUARD, useClass: JwtAuthGuard }],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@UseGuards(OwnershipGuard)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3"/>
          <p:cNvSpPr/>
          <p:nvPr/>
        </p:nvSpPr>
        <p:spPr>
          <a:xfrm>
            <a:off x="868320" y="3197880"/>
            <a:ext cx="10820160" cy="11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Global: APP_GUARD no módulo.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Controller ou rota: @UseGuards().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@Public() marca a rota, e o guard lê a marca com o Reflector.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AS PEÇAS DO NEST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Interceptor: em volta do handler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"/>
          <p:cNvSpPr/>
          <p:nvPr/>
        </p:nvSpPr>
        <p:spPr>
          <a:xfrm>
            <a:off x="868320" y="1813680"/>
            <a:ext cx="10820160" cy="183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Interceptor: envolve a execução do handler.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Faz algo antes, chama next.handle() e trata a resposta depois.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É a única peça que vê a request e a resposta juntas.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Uso: padronizar resposta, medir tempo, cache e timeout.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Analogia: a embalagem de presente, por fora.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AS PEÇAS DO NEST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Interceptor: exemplo genérico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2"/>
          <p:cNvSpPr/>
          <p:nvPr/>
        </p:nvSpPr>
        <p:spPr>
          <a:xfrm>
            <a:off x="869040" y="1813680"/>
            <a:ext cx="1081944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projeto não usa interceptor. Este é um exemplo genérico.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map transforma o resultado do handler num Observable do RxJS.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3"/>
          <p:cNvSpPr/>
          <p:nvPr/>
        </p:nvSpPr>
        <p:spPr>
          <a:xfrm>
            <a:off x="812880" y="2728080"/>
            <a:ext cx="10566000" cy="1955520"/>
          </a:xfrm>
          <a:prstGeom prst="roundRect">
            <a:avLst>
              <a:gd name="adj" fmla="val 5195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@Injectable()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export class TransformInterceptor implements NestInterceptor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intercept(context: ExecutionContext, next: CallHandler)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return next.handle().pipe(map((data) =&gt; ({ data })));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AS PEÇAS DO NEST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Interceptor: como registrar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"/>
          <p:cNvSpPr/>
          <p:nvPr/>
        </p:nvSpPr>
        <p:spPr>
          <a:xfrm>
            <a:off x="812880" y="1813680"/>
            <a:ext cx="10566000" cy="1155240"/>
          </a:xfrm>
          <a:prstGeom prst="roundRect">
            <a:avLst>
              <a:gd name="adj" fmla="val 8791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providers: [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{ provide: APP_INTERCEPTOR, useClass: TransformInterceptor },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],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3"/>
          <p:cNvSpPr/>
          <p:nvPr/>
        </p:nvSpPr>
        <p:spPr>
          <a:xfrm>
            <a:off x="868320" y="3197880"/>
            <a:ext cx="10820160" cy="14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Global: APP_INTERCEPTOR no módulo.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Controller ou rota: @UseInterceptors().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 parte "depois" roda na ordem inversa da parte "antes".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Exemplo genérico, fora do projeto.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AS PEÇAS DO NEST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Pipe: valida e transforma argumentos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"/>
          <p:cNvSpPr/>
          <p:nvPr/>
        </p:nvSpPr>
        <p:spPr>
          <a:xfrm>
            <a:off x="868320" y="1813680"/>
            <a:ext cx="10820160" cy="183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Pipe: valida ou transforma cada argumento do handler.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Roda uma vez para cada @Body, @Param e @Query.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Falha na validação responde 400.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É a fronteira onde o dado cru vira DTO tipado.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Analogia: a alfândega confere e converte a bagagem.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AS PEÇAS DO NEST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Pipe por parâmetro: ParseIntPipe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"/>
          <p:cNvSpPr/>
          <p:nvPr/>
        </p:nvSpPr>
        <p:spPr>
          <a:xfrm>
            <a:off x="812880" y="1813680"/>
            <a:ext cx="10566000" cy="1422000"/>
          </a:xfrm>
          <a:prstGeom prst="roundRect">
            <a:avLst>
              <a:gd name="adj" fmla="val 7143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@Delete(':publicacaoId')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public async excluirPublicacao(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@Param('publicacaoId', ParseIntPipe) publicacaoId: number,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)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3"/>
          <p:cNvSpPr/>
          <p:nvPr/>
        </p:nvSpPr>
        <p:spPr>
          <a:xfrm>
            <a:off x="868320" y="3464640"/>
            <a:ext cx="10820160" cy="11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ParseIntPipe: transforma o texto "12" no número 12.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Entra como segundo argumento do decorator.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Texto que não é número responde 400.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AS PEÇAS DO NEST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Pipe global: ValidationPipe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"/>
          <p:cNvSpPr/>
          <p:nvPr/>
        </p:nvSpPr>
        <p:spPr>
          <a:xfrm>
            <a:off x="812880" y="1813680"/>
            <a:ext cx="10566000" cy="622080"/>
          </a:xfrm>
          <a:prstGeom prst="roundRect">
            <a:avLst>
              <a:gd name="adj" fmla="val 16327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app.useGlobalPipes(new ValidationPipe({ whitelist: true, transform: true }));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3"/>
          <p:cNvSpPr/>
          <p:nvPr/>
        </p:nvSpPr>
        <p:spPr>
          <a:xfrm>
            <a:off x="868320" y="2664360"/>
            <a:ext cx="10820160" cy="14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ValidationPipe: aplica os decorators do DTO.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whitelist: descarta campos que o DTO não declara.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transform: converte o JSON em instância da classe.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useGlobalPipes: vale para toda a aplicação.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AS PEÇAS DO NEST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Exception filter: erro vira resposta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2"/>
          <p:cNvSpPr/>
          <p:nvPr/>
        </p:nvSpPr>
        <p:spPr>
          <a:xfrm>
            <a:off x="868320" y="1813680"/>
            <a:ext cx="10820160" cy="183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Exception filter: transforma uma exceção em resposta HTTP.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Só entra em ação quando algo lançou.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domínio fala a língua do negócio, o filter fala HTTP.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Filters não se somam: o mais específico encerra.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Analogia: o atendente que traduz o problema em resposta.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AS PEÇAS DO NEST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Filter no projeto: DomainExceptionFilter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2"/>
          <p:cNvSpPr/>
          <p:nvPr/>
        </p:nvSpPr>
        <p:spPr>
          <a:xfrm>
            <a:off x="812880" y="1813680"/>
            <a:ext cx="10566000" cy="1955520"/>
          </a:xfrm>
          <a:prstGeom prst="roundRect">
            <a:avLst>
              <a:gd name="adj" fmla="val 5195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@Catch(DomainException)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export class DomainExceptionFilter implements ExceptionFilter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public catch(exception: DomainException, host: ArgumentsHost): void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...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3"/>
          <p:cNvSpPr/>
          <p:nvPr/>
        </p:nvSpPr>
        <p:spPr>
          <a:xfrm>
            <a:off x="868320" y="3997800"/>
            <a:ext cx="1082016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@Catch(DomainException): captura só erros de domínio.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código do erro vira o status HTTP.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AS PEÇAS DO NEST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Exception filter: como registrar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"/>
          <p:cNvSpPr/>
          <p:nvPr/>
        </p:nvSpPr>
        <p:spPr>
          <a:xfrm>
            <a:off x="812880" y="1813680"/>
            <a:ext cx="10566000" cy="622080"/>
          </a:xfrm>
          <a:prstGeom prst="roundRect">
            <a:avLst>
              <a:gd name="adj" fmla="val 16327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app.useGlobalFilters(new DomainExceptionFilter());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3"/>
          <p:cNvSpPr/>
          <p:nvPr/>
        </p:nvSpPr>
        <p:spPr>
          <a:xfrm>
            <a:off x="868320" y="2664360"/>
            <a:ext cx="10820160" cy="11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Global: app.useGlobalFilters().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Controller ou rota: @UseFilters().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Erros do Nest, como UnauthorizedException, seguem o tratamento padrão.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AS PEÇAS DO NEST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Diferenças entre as cinco peças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2"/>
          <p:cNvSpPr/>
          <p:nvPr/>
        </p:nvSpPr>
        <p:spPr>
          <a:xfrm>
            <a:off x="868320" y="1813680"/>
            <a:ext cx="10820160" cy="183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1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Middleware:</a:t>
            </a: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 age em toda request, sem conhecer a rota.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1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Guard:</a:t>
            </a: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 decide se a request pode entrar.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1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Interceptor:</a:t>
            </a: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 age antes e depois do handler.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1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Pipe:</a:t>
            </a: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 confere e converte os dados.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1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Filter:</a:t>
            </a: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 transforma o erro em resposta.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AS PEÇAS DO NEST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A ordem em que as peças atuam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2"/>
          <p:cNvSpPr/>
          <p:nvPr/>
        </p:nvSpPr>
        <p:spPr>
          <a:xfrm>
            <a:off x="812520" y="1813680"/>
            <a:ext cx="10875600" cy="242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54160" indent="-254160" defTabSz="914400">
              <a:lnSpc>
                <a:spcPts val="2701"/>
              </a:lnSpc>
              <a:buClr>
                <a:srgbClr val="2B303C"/>
              </a:buClr>
              <a:buFont typeface="OpenSymbol"/>
              <a:buAutoNum type="arabicPeriod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Middleware: ainda sem saber a rota.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 defTabSz="914400">
              <a:lnSpc>
                <a:spcPts val="2701"/>
              </a:lnSpc>
              <a:buClr>
                <a:srgbClr val="2B303C"/>
              </a:buClr>
              <a:buFont typeface="OpenSymbol"/>
              <a:buAutoNum type="arabicPeriod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Guard: decide se a request entra.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 defTabSz="914400">
              <a:lnSpc>
                <a:spcPts val="2701"/>
              </a:lnSpc>
              <a:buClr>
                <a:srgbClr val="2B303C"/>
              </a:buClr>
              <a:buFont typeface="OpenSymbol"/>
              <a:buAutoNum type="arabicPeriod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Interceptor, parte de antes.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 defTabSz="914400">
              <a:lnSpc>
                <a:spcPts val="2701"/>
              </a:lnSpc>
              <a:buClr>
                <a:srgbClr val="2B303C"/>
              </a:buClr>
              <a:buFont typeface="OpenSymbol"/>
              <a:buAutoNum type="arabicPeriod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Pipe: valida e converte os dados.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 defTabSz="914400">
              <a:lnSpc>
                <a:spcPts val="2701"/>
              </a:lnSpc>
              <a:buClr>
                <a:srgbClr val="2B303C"/>
              </a:buClr>
              <a:buFont typeface="OpenSymbol"/>
              <a:buAutoNum type="arabicPeriod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Handler: o método do controller.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 defTabSz="914400">
              <a:lnSpc>
                <a:spcPts val="2701"/>
              </a:lnSpc>
              <a:buClr>
                <a:srgbClr val="2B303C"/>
              </a:buClr>
              <a:buFont typeface="OpenSymbol"/>
              <a:buAutoNum type="arabicPeriod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Interceptor, parte de depois.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 defTabSz="914400">
              <a:lnSpc>
                <a:spcPts val="2701"/>
              </a:lnSpc>
              <a:buClr>
                <a:srgbClr val="2B303C"/>
              </a:buClr>
              <a:buFont typeface="OpenSymbol"/>
              <a:buAutoNum type="arabicPeriod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Filter: só entra se algo lançou.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812880" y="2122200"/>
            <a:ext cx="10883160" cy="66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504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Arquitetura hexagonal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1"/>
          <p:cNvSpPr/>
          <p:nvPr/>
        </p:nvSpPr>
        <p:spPr>
          <a:xfrm>
            <a:off x="812880" y="3016080"/>
            <a:ext cx="1088316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9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CDD6"/>
                </a:solidFill>
                <a:effectLst/>
                <a:uFillTx/>
                <a:latin typeface="Arial"/>
                <a:ea typeface="Arial"/>
              </a:rPr>
              <a:t>Vamos organizar o código para proteger as regras do negócio.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2"/>
          <p:cNvSpPr/>
          <p:nvPr/>
        </p:nvSpPr>
        <p:spPr>
          <a:xfrm>
            <a:off x="869040" y="3638520"/>
            <a:ext cx="10819440" cy="11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880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Núcleo e bordas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880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Ports e adapters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880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Pastas e receita para aplicar no Nest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ARQUITETURA HEXAGONAL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A ideia central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2"/>
          <p:cNvSpPr/>
          <p:nvPr/>
        </p:nvSpPr>
        <p:spPr>
          <a:xfrm>
            <a:off x="868320" y="1813680"/>
            <a:ext cx="10820160" cy="14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As regras do negócio ficam no centro.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núcleo não conhece banco, HTTP nem serviços externos.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 tecnologia fica na borda e pode ser trocada.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Analogia: a tomada serve para qualquer fonte de energia.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ARQUITETURA HEXAGONAL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As três regiões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2"/>
          <p:cNvSpPr/>
          <p:nvPr/>
        </p:nvSpPr>
        <p:spPr>
          <a:xfrm>
            <a:off x="816120" y="1816560"/>
            <a:ext cx="3434400" cy="1342440"/>
          </a:xfrm>
          <a:prstGeom prst="roundRect">
            <a:avLst>
              <a:gd name="adj" fmla="val 7330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3"/>
          <p:cNvSpPr/>
          <p:nvPr/>
        </p:nvSpPr>
        <p:spPr>
          <a:xfrm>
            <a:off x="1021320" y="2022120"/>
            <a:ext cx="311436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Entrada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4"/>
          <p:cNvSpPr/>
          <p:nvPr/>
        </p:nvSpPr>
        <p:spPr>
          <a:xfrm>
            <a:off x="1021320" y="2385360"/>
            <a:ext cx="3114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74D5B"/>
                </a:solidFill>
                <a:effectLst/>
                <a:uFillTx/>
                <a:latin typeface="Arial"/>
                <a:ea typeface="Arial"/>
              </a:rPr>
              <a:t>Controllers HTTP. Traduzem o pedido para o núcleo.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5"/>
          <p:cNvSpPr/>
          <p:nvPr/>
        </p:nvSpPr>
        <p:spPr>
          <a:xfrm>
            <a:off x="4380840" y="1813680"/>
            <a:ext cx="3430080" cy="1348920"/>
          </a:xfrm>
          <a:prstGeom prst="roundRect">
            <a:avLst>
              <a:gd name="adj" fmla="val 7531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6"/>
          <p:cNvSpPr/>
          <p:nvPr/>
        </p:nvSpPr>
        <p:spPr>
          <a:xfrm>
            <a:off x="4583880" y="2016720"/>
            <a:ext cx="311436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6B87"/>
                </a:solidFill>
                <a:effectLst/>
                <a:uFillTx/>
                <a:latin typeface="Arial"/>
                <a:ea typeface="Arial"/>
              </a:rPr>
              <a:t>Núcleo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7"/>
          <p:cNvSpPr/>
          <p:nvPr/>
        </p:nvSpPr>
        <p:spPr>
          <a:xfrm>
            <a:off x="4583880" y="2379960"/>
            <a:ext cx="3114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Casos de uso, entidades, value objects e ports.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8"/>
          <p:cNvSpPr/>
          <p:nvPr/>
        </p:nvSpPr>
        <p:spPr>
          <a:xfrm>
            <a:off x="7941240" y="1816560"/>
            <a:ext cx="3434400" cy="1342440"/>
          </a:xfrm>
          <a:prstGeom prst="roundRect">
            <a:avLst>
              <a:gd name="adj" fmla="val 7330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9"/>
          <p:cNvSpPr/>
          <p:nvPr/>
        </p:nvSpPr>
        <p:spPr>
          <a:xfrm>
            <a:off x="8146800" y="2022120"/>
            <a:ext cx="311436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Saída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0"/>
          <p:cNvSpPr/>
          <p:nvPr/>
        </p:nvSpPr>
        <p:spPr>
          <a:xfrm>
            <a:off x="8146800" y="2385360"/>
            <a:ext cx="3114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74D5B"/>
                </a:solidFill>
                <a:effectLst/>
                <a:uFillTx/>
                <a:latin typeface="Arial"/>
                <a:ea typeface="Arial"/>
              </a:rPr>
              <a:t>Postgres, scrypt, storage, cache e ViaCEP.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ARQUITETURA HEXAGONAL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A regra de dependência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2"/>
          <p:cNvSpPr/>
          <p:nvPr/>
        </p:nvSpPr>
        <p:spPr>
          <a:xfrm>
            <a:off x="868320" y="1813680"/>
            <a:ext cx="10820160" cy="14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As dependências apontam para dentro.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núcleo nunca importa nada da borda.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 borda importa o núcleo e implementa os contratos dele.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Trocar Postgres, cache ou ViaCEP não muda regra de negócio.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ARQUITETURA HEXAGONAL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Port: o contrato do núcleo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2"/>
          <p:cNvSpPr/>
          <p:nvPr/>
        </p:nvSpPr>
        <p:spPr>
          <a:xfrm>
            <a:off x="868320" y="1813680"/>
            <a:ext cx="1082016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Port: descreve o que o núcleo precisa, sem dizer como.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No projeto, é uma classe abstrata.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3"/>
          <p:cNvSpPr/>
          <p:nvPr/>
        </p:nvSpPr>
        <p:spPr>
          <a:xfrm>
            <a:off x="812880" y="2765880"/>
            <a:ext cx="10566000" cy="1688760"/>
          </a:xfrm>
          <a:prstGeom prst="roundRect">
            <a:avLst>
              <a:gd name="adj" fmla="val 6015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export abstract class HashPort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abstract hash(senha: string): Promise&lt;string&gt;;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abstract compare(senha: string, senhaHash: string): Promise&lt;boolean&gt;;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ARQUITETURA HEXAGONAL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Adapter: quem cumpre o contrato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2"/>
          <p:cNvSpPr/>
          <p:nvPr/>
        </p:nvSpPr>
        <p:spPr>
          <a:xfrm>
            <a:off x="869040" y="1813680"/>
            <a:ext cx="1081944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Adapter: implementação concreta de um port.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Fica em infra, fora do núcleo.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3"/>
          <p:cNvSpPr/>
          <p:nvPr/>
        </p:nvSpPr>
        <p:spPr>
          <a:xfrm>
            <a:off x="812880" y="2728080"/>
            <a:ext cx="10566000" cy="2222280"/>
          </a:xfrm>
          <a:prstGeom prst="roundRect">
            <a:avLst>
              <a:gd name="adj" fmla="val 4571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@Injectable()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export class ScryptHashAdapter implements HashPort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public async hash(senha: string): Promise&lt;string&gt;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const salt = randomBytes(SALT_LENGTH);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const hash = await this.buildHash(senha, salt);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return `${salt.toString('hex')}:${hash.toString('hex')}`;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ARQUITETURA HEXAGONAL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As pastas de um módulo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2"/>
          <p:cNvSpPr/>
          <p:nvPr/>
        </p:nvSpPr>
        <p:spPr>
          <a:xfrm>
            <a:off x="812880" y="1813680"/>
            <a:ext cx="10566000" cy="1688760"/>
          </a:xfrm>
          <a:prstGeom prst="roundRect">
            <a:avLst>
              <a:gd name="adj" fmla="val 6015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src/modules/usuarios/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├── application/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├── domain/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├── infra/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└── usuarios.module.ts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3"/>
          <p:cNvSpPr/>
          <p:nvPr/>
        </p:nvSpPr>
        <p:spPr>
          <a:xfrm>
            <a:off x="869040" y="3731400"/>
            <a:ext cx="10819440" cy="13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application: casos de uso e contratos.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domain: entidades e value objects.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infra: controllers, SQL e hash.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common: o que é compartilhado entre módulos.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ARQUITETURA HEXAGONAL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Dentro de application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2"/>
          <p:cNvSpPr/>
          <p:nvPr/>
        </p:nvSpPr>
        <p:spPr>
          <a:xfrm>
            <a:off x="812880" y="1813680"/>
            <a:ext cx="10566000" cy="1955520"/>
          </a:xfrm>
          <a:prstGeom prst="roundRect">
            <a:avLst>
              <a:gd name="adj" fmla="val 5195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application/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├── dto/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├── ports/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├── repositories/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├── services/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└── usecases/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3"/>
          <p:cNvSpPr/>
          <p:nvPr/>
        </p:nvSpPr>
        <p:spPr>
          <a:xfrm>
            <a:off x="869040" y="3997800"/>
            <a:ext cx="108194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ports e repositories: contratos, em classes abstratas.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usecases: as ações do sistema.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dto: formatos de entrada e saída.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ARQUITETURA HEXAGONAL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Receita no Nest: passos 1 e 2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2"/>
          <p:cNvSpPr/>
          <p:nvPr/>
        </p:nvSpPr>
        <p:spPr>
          <a:xfrm>
            <a:off x="868320" y="1813680"/>
            <a:ext cx="10820160" cy="11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Vamos aplicar a hexagonal em cinco passos.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Passo 1: criar o port, uma classe abstrata em application.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Passo 2: usar o port no construtor do caso de uso.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3"/>
          <p:cNvSpPr/>
          <p:nvPr/>
        </p:nvSpPr>
        <p:spPr>
          <a:xfrm>
            <a:off x="812880" y="3128040"/>
            <a:ext cx="10566000" cy="622080"/>
          </a:xfrm>
          <a:prstGeom prst="roundRect">
            <a:avLst>
              <a:gd name="adj" fmla="val 16327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constructor(private readonly usuarioRepository: UsuarioRepository) {}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ARQUITETURA HEXAGONAL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Receita no Nest: passos 3 e 4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2"/>
          <p:cNvSpPr/>
          <p:nvPr/>
        </p:nvSpPr>
        <p:spPr>
          <a:xfrm>
            <a:off x="868320" y="1813680"/>
            <a:ext cx="1082016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Passo 3: criar o adapter em infra, com @Injectable().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Passo 4: ligar o port ao adapter em providers.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3"/>
          <p:cNvSpPr/>
          <p:nvPr/>
        </p:nvSpPr>
        <p:spPr>
          <a:xfrm>
            <a:off x="812880" y="2765880"/>
            <a:ext cx="10566000" cy="622080"/>
          </a:xfrm>
          <a:prstGeom prst="roundRect">
            <a:avLst>
              <a:gd name="adj" fmla="val 16327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{ provide: HashPort, useClass: ScryptHashAdapter },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ARQUITETURA HEXAGONAL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Receita no Nest: passo 5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2"/>
          <p:cNvSpPr/>
          <p:nvPr/>
        </p:nvSpPr>
        <p:spPr>
          <a:xfrm>
            <a:off x="868320" y="1813680"/>
            <a:ext cx="10820160" cy="11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Passo 5: trocar os adapters por fakes no teste.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caso de uso continua igual.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Critério: se o núcleo não precisa conhecer a tecnologia, ela entra por um port.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3"/>
          <p:cNvSpPr/>
          <p:nvPr/>
        </p:nvSpPr>
        <p:spPr>
          <a:xfrm>
            <a:off x="812880" y="3128040"/>
            <a:ext cx="10566000" cy="888480"/>
          </a:xfrm>
          <a:prstGeom prst="roundRect">
            <a:avLst>
              <a:gd name="adj" fmla="val 11429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usuarioRepository = new InMemoryUsuarioRepository();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hashAdapter = new FakeHashAdapter();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ARQUITETURA HEXAGONAL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Trocar o adapter por configuração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2"/>
          <p:cNvSpPr/>
          <p:nvPr/>
        </p:nvSpPr>
        <p:spPr>
          <a:xfrm>
            <a:off x="812880" y="1813680"/>
            <a:ext cx="10566000" cy="2488680"/>
          </a:xfrm>
          <a:prstGeom prst="roundRect">
            <a:avLst>
              <a:gd name="adj" fmla="val 4082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provide: CachePort,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inject: [ConfigService],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useFactory: (configService: ConfigService) =&gt;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configService.get('cache.provider') === 'redis'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  ? new RedisCacheAdapter(configService)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  : new MapCacheAdapter(),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3"/>
          <p:cNvSpPr/>
          <p:nvPr/>
        </p:nvSpPr>
        <p:spPr>
          <a:xfrm>
            <a:off x="869040" y="4531320"/>
            <a:ext cx="1081944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CACHE_PROVIDER no .env escolhe memória ou Redis.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caso de uso não muda.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812880" y="2122200"/>
            <a:ext cx="10883160" cy="66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504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Cadastro de usuário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"/>
          <p:cNvSpPr/>
          <p:nvPr/>
        </p:nvSpPr>
        <p:spPr>
          <a:xfrm>
            <a:off x="812880" y="3016080"/>
            <a:ext cx="1088316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9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CDD6"/>
                </a:solidFill>
                <a:effectLst/>
                <a:uFillTx/>
                <a:latin typeface="Arial"/>
                <a:ea typeface="Arial"/>
              </a:rPr>
              <a:t>Vamos seguir uma request do controller até o banco.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2"/>
          <p:cNvSpPr/>
          <p:nvPr/>
        </p:nvSpPr>
        <p:spPr>
          <a:xfrm>
            <a:off x="869040" y="3638520"/>
            <a:ext cx="10819440" cy="11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880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Controller e DTO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880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Caso de uso, entidade e value objects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880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Repository e erros de domínio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CADASTRO DE USUÁRIO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O caminho de um POST /usuarios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2"/>
          <p:cNvSpPr/>
          <p:nvPr/>
        </p:nvSpPr>
        <p:spPr>
          <a:xfrm>
            <a:off x="812520" y="1813680"/>
            <a:ext cx="10875600" cy="20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54160" indent="-254160" defTabSz="914400">
              <a:lnSpc>
                <a:spcPts val="2701"/>
              </a:lnSpc>
              <a:buClr>
                <a:srgbClr val="2B303C"/>
              </a:buClr>
              <a:buFont typeface="OpenSymbol"/>
              <a:buAutoNum type="arabicPeriod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Controller recebe a request. A rota é pública.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 defTabSz="914400">
              <a:lnSpc>
                <a:spcPts val="2701"/>
              </a:lnSpc>
              <a:buClr>
                <a:srgbClr val="2B303C"/>
              </a:buClr>
              <a:buFont typeface="OpenSymbol"/>
              <a:buAutoNum type="arabicPeriod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ValidationPipe confere o formato do DTO.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 defTabSz="914400">
              <a:lnSpc>
                <a:spcPts val="2701"/>
              </a:lnSpc>
              <a:buClr>
                <a:srgbClr val="2B303C"/>
              </a:buClr>
              <a:buFont typeface="OpenSymbol"/>
              <a:buAutoNum type="arabicPeriod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Caso de uso busca o endereço e gera o hash da senha.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 defTabSz="914400">
              <a:lnSpc>
                <a:spcPts val="2701"/>
              </a:lnSpc>
              <a:buClr>
                <a:srgbClr val="2B303C"/>
              </a:buClr>
              <a:buFont typeface="OpenSymbol"/>
              <a:buAutoNum type="arabicPeriod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Entidade Usuario valida os dados nos value objects.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 defTabSz="914400">
              <a:lnSpc>
                <a:spcPts val="2701"/>
              </a:lnSpc>
              <a:buClr>
                <a:srgbClr val="2B303C"/>
              </a:buClr>
              <a:buFont typeface="OpenSymbol"/>
              <a:buAutoNum type="arabicPeriod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Repository confere duplicidade e grava com SQL.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 defTabSz="914400">
              <a:lnSpc>
                <a:spcPts val="2701"/>
              </a:lnSpc>
              <a:buClr>
                <a:srgbClr val="2B303C"/>
              </a:buClr>
              <a:buFont typeface="OpenSymbol"/>
              <a:buAutoNum type="arabicPeriod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Resposta devolve o usuário criado, sem a senha.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CADASTRO DE USUÁRIO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Controller: recebe e delega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2"/>
          <p:cNvSpPr/>
          <p:nvPr/>
        </p:nvSpPr>
        <p:spPr>
          <a:xfrm>
            <a:off x="812880" y="1813680"/>
            <a:ext cx="10566000" cy="1688760"/>
          </a:xfrm>
          <a:prstGeom prst="roundRect">
            <a:avLst>
              <a:gd name="adj" fmla="val 6015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@Public()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@Post()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public async cadastrarUsuario(@Body() dados: CadastrarUsuarioDto)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return this.cadastrarUsuarioUsecase.execute(dados);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3"/>
          <p:cNvSpPr/>
          <p:nvPr/>
        </p:nvSpPr>
        <p:spPr>
          <a:xfrm>
            <a:off x="868320" y="3731400"/>
            <a:ext cx="10820160" cy="11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Controller: traduz HTTP e chama o caso de uso.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@Public(): libera a rota do guard de login.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Quem ainda não tem conta não tem token.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CADASTRO DE USUÁRIO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DTO e ValidationPipe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2"/>
          <p:cNvSpPr/>
          <p:nvPr/>
        </p:nvSpPr>
        <p:spPr>
          <a:xfrm>
            <a:off x="812880" y="1813680"/>
            <a:ext cx="10566000" cy="1155240"/>
          </a:xfrm>
          <a:prstGeom prst="roundRect">
            <a:avLst>
              <a:gd name="adj" fmla="val 8791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@IsString()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@MinLength(8)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senha: string;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3"/>
          <p:cNvSpPr/>
          <p:nvPr/>
        </p:nvSpPr>
        <p:spPr>
          <a:xfrm>
            <a:off x="868320" y="3197880"/>
            <a:ext cx="10820160" cy="14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DTO: define o formato esperado do corpo da request.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Os decorators dizem as regras, como @MinLength(8).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ValidationPipe aplica as regras antes do controller.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Falhou: resposta 400 com a lista de problemas.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CADASTRO DE USUÁRIO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Caso de uso: orquestra o cadastro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2"/>
          <p:cNvSpPr/>
          <p:nvPr/>
        </p:nvSpPr>
        <p:spPr>
          <a:xfrm>
            <a:off x="812880" y="1813680"/>
            <a:ext cx="10566000" cy="1688760"/>
          </a:xfrm>
          <a:prstGeom prst="roundRect">
            <a:avLst>
              <a:gd name="adj" fmla="val 6015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enderecoId = dados.cep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? (await this.getEnderecoByCepUsecase.execute(dados.cep)).id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: null;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senhaHash = await this.hashPort.hash(dados.senha);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usuario = Usuario.create({ ...dados, senhaHash, enderecoId });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3"/>
          <p:cNvSpPr/>
          <p:nvPr/>
        </p:nvSpPr>
        <p:spPr>
          <a:xfrm>
            <a:off x="869040" y="3731400"/>
            <a:ext cx="108194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Busca o endereço pelo CEP, se ele veio.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Gera o hash da senha.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 senha nunca chega à entidade em texto puro.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CADASTRO DE USUÁRIO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Conferir duplicidade e gravar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2"/>
          <p:cNvSpPr/>
          <p:nvPr/>
        </p:nvSpPr>
        <p:spPr>
          <a:xfrm>
            <a:off x="812880" y="1813680"/>
            <a:ext cx="10566000" cy="2222280"/>
          </a:xfrm>
          <a:prstGeom prst="roundRect">
            <a:avLst>
              <a:gd name="adj" fmla="val 4571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if (await this.usuarioRepository.hasUsuarioCadastrado(usuario))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throw new DomainException(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DOMAIN_EXCEPTION.USUARIO.JA_CADASTRADO.message,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{ cause: DOMAIN_EXCEPTION.USUARIO.JA_CADASTRADO.domainCode },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return this.usuarioRepository.save(usuario);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3"/>
          <p:cNvSpPr/>
          <p:nvPr/>
        </p:nvSpPr>
        <p:spPr>
          <a:xfrm>
            <a:off x="869040" y="4264560"/>
            <a:ext cx="1081944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Confere CPF, e-mail e nome de usuário já cadastrados.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Duplicidade lança exceção de domínio, sem HTTP.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CADASTRO DE USUÁRIO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Entidade Usuario e value objects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2"/>
          <p:cNvSpPr/>
          <p:nvPr/>
        </p:nvSpPr>
        <p:spPr>
          <a:xfrm>
            <a:off x="812880" y="1813680"/>
            <a:ext cx="10566000" cy="2488680"/>
          </a:xfrm>
          <a:prstGeom prst="roundRect">
            <a:avLst>
              <a:gd name="adj" fmla="val 4082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public static create(dados: CreateUsuarioDto): Usuario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return new Usuario(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new NomeUsuario(dados.nomeUsuario),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new Email(dados.email),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new CPF(dados.cpf),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new DataNascimento(dados.dataNascimento),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...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3"/>
          <p:cNvSpPr/>
          <p:nvPr/>
        </p:nvSpPr>
        <p:spPr>
          <a:xfrm>
            <a:off x="869040" y="4531320"/>
            <a:ext cx="1081944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 entidade só nasce pelo create.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Value object: valor com regra própria, que valida a si mesmo.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CADASTRO DE USUÁRIO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Formato no DTO, regra no domínio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2"/>
          <p:cNvSpPr/>
          <p:nvPr/>
        </p:nvSpPr>
        <p:spPr>
          <a:xfrm>
            <a:off x="868320" y="1813680"/>
            <a:ext cx="10820160" cy="14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DTO confere o formato do que chegou.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domínio confere o que o negócio exige.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 regra vale para qualquer porta de entrada, não só HTTP.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Regra violada lança uma DomainException.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CADASTRO DE USUÁRIO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Value object Email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2"/>
          <p:cNvSpPr/>
          <p:nvPr/>
        </p:nvSpPr>
        <p:spPr>
          <a:xfrm>
            <a:off x="812880" y="1813680"/>
            <a:ext cx="10566000" cy="2488680"/>
          </a:xfrm>
          <a:prstGeom prst="roundRect">
            <a:avLst>
              <a:gd name="adj" fmla="val 4082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private static readonly FORMAT = /^[^\s@]+@[^\s@]+\.[^\s@]+$/;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constructor(value: string)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const normalizedEmail = value.trim().toLowerCase();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if (!Email.FORMAT.test(normalizedEmail))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throw new DomainException(...);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this.email = normalizedEmail;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3"/>
          <p:cNvSpPr/>
          <p:nvPr/>
        </p:nvSpPr>
        <p:spPr>
          <a:xfrm>
            <a:off x="869040" y="4531320"/>
            <a:ext cx="1081944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Primeiro normaliza, depois valida o formato.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Normalizar evita duplicados que só diferem na caixa.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CADASTRO DE USUÁRIO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Value object NomeUsuario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2"/>
          <p:cNvSpPr/>
          <p:nvPr/>
        </p:nvSpPr>
        <p:spPr>
          <a:xfrm>
            <a:off x="812880" y="1813680"/>
            <a:ext cx="10566000" cy="2488680"/>
          </a:xfrm>
          <a:prstGeom prst="roundRect">
            <a:avLst>
              <a:gd name="adj" fmla="val 4082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private static readonly FORMAT = /^[a-z0-9_.]{3,35}$/;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constructor(value: string)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const normalizedNomeUsuario = value.trim().toLowerCase();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if (!NomeUsuario.FORMAT.test(normalizedNomeUsuario))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throw new DomainException(...);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this.nomeUsuario = normalizedNomeUsuario;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3"/>
          <p:cNvSpPr/>
          <p:nvPr/>
        </p:nvSpPr>
        <p:spPr>
          <a:xfrm>
            <a:off x="869040" y="4531320"/>
            <a:ext cx="1081944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De 3 a 35 caracteres: minúsculas, números, _ e ponto.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Mesma ideia: normaliza e depois valida.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CADASTRO DE USUÁRIO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DataNascimento: quatro regras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2"/>
          <p:cNvSpPr/>
          <p:nvPr/>
        </p:nvSpPr>
        <p:spPr>
          <a:xfrm>
            <a:off x="798480" y="1813680"/>
            <a:ext cx="10889640" cy="14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68200" indent="-268200" defTabSz="914400">
              <a:lnSpc>
                <a:spcPts val="2849"/>
              </a:lnSpc>
              <a:buClr>
                <a:srgbClr val="2B303C"/>
              </a:buClr>
              <a:buFont typeface="OpenSymbol"/>
              <a:buAutoNum type="arabicPeriod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Formato AAAA-MM-DD.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indent="-268200" defTabSz="914400">
              <a:lnSpc>
                <a:spcPts val="2849"/>
              </a:lnSpc>
              <a:buClr>
                <a:srgbClr val="2B303C"/>
              </a:buClr>
              <a:buFont typeface="OpenSymbol"/>
              <a:buAutoNum type="arabicPeriod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Data que existe: 30 de fevereiro não vale.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indent="-268200" defTabSz="914400">
              <a:lnSpc>
                <a:spcPts val="2849"/>
              </a:lnSpc>
              <a:buClr>
                <a:srgbClr val="2B303C"/>
              </a:buClr>
              <a:buFont typeface="OpenSymbol"/>
              <a:buAutoNum type="arabicPeriod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Não pode estar no futuro.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indent="-268200" defTabSz="914400">
              <a:lnSpc>
                <a:spcPts val="2849"/>
              </a:lnSpc>
              <a:buClr>
                <a:srgbClr val="2B303C"/>
              </a:buClr>
              <a:buFont typeface="OpenSymbol"/>
              <a:buAutoNum type="arabicPeriod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Idade mínima de 16 anos.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3"/>
          <p:cNvSpPr/>
          <p:nvPr/>
        </p:nvSpPr>
        <p:spPr>
          <a:xfrm>
            <a:off x="869040" y="3489840"/>
            <a:ext cx="108194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Cada regra tem o próprio código de erro.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CADASTRO DE USUÁRIO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Repository: SQL cru com bind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2"/>
          <p:cNvSpPr/>
          <p:nvPr/>
        </p:nvSpPr>
        <p:spPr>
          <a:xfrm>
            <a:off x="812880" y="1813680"/>
            <a:ext cx="10566000" cy="1955520"/>
          </a:xfrm>
          <a:prstGeom prst="roundRect">
            <a:avLst>
              <a:gd name="adj" fmla="val 5195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SELECT EXISTS (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SELECT 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FROM usuario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WHERE (cpf = $1 OR email = $2 OR nome_usuario = $3)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 AND deleted_at IS NULL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) AS "isCadastrado"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3"/>
          <p:cNvSpPr/>
          <p:nvPr/>
        </p:nvSpPr>
        <p:spPr>
          <a:xfrm>
            <a:off x="869040" y="3997800"/>
            <a:ext cx="108194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$1, $2 e $3 vão separados do texto do SQL.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Bind evita SQL injection.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deleted_at IS NULL ignora usuários apagados.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CADASTRO DE USUÁRIO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INSERT com RETURNING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2"/>
          <p:cNvSpPr/>
          <p:nvPr/>
        </p:nvSpPr>
        <p:spPr>
          <a:xfrm>
            <a:off x="812880" y="1813680"/>
            <a:ext cx="10566000" cy="1688760"/>
          </a:xfrm>
          <a:prstGeom prst="roundRect">
            <a:avLst>
              <a:gd name="adj" fmla="val 6015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INSERT INTO usuario (nome, sobrenome, nome_usuario,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email, senha_hash, cpf, data_nascimento, status,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endereco_id)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VALUES ($1, $2, $3, $4, $5, $6, $7, $8, $9)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RETURNING id, nome, sobrenome, ...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3"/>
          <p:cNvSpPr/>
          <p:nvPr/>
        </p:nvSpPr>
        <p:spPr>
          <a:xfrm>
            <a:off x="868320" y="3731400"/>
            <a:ext cx="1082016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RETURNING devolve o registro criado, sem outro SELECT.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resultado não inclui a senha.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CADASTRO DE USUÁRIO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Cadastros simultâneos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2"/>
          <p:cNvSpPr/>
          <p:nvPr/>
        </p:nvSpPr>
        <p:spPr>
          <a:xfrm>
            <a:off x="868320" y="1813680"/>
            <a:ext cx="10820160" cy="14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Entre conferir e gravar, outra request pode cadastrar o mesmo usuário.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banco recusa pela restrição de unicidade.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repository converte o erro em USUARIO_JA_CADASTRADO.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Resultado: duplicidade tratada nos dois momentos.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CADASTRO DE USUÁRIO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Erros de domínio viram HTTP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2"/>
          <p:cNvSpPr/>
          <p:nvPr/>
        </p:nvSpPr>
        <p:spPr>
          <a:xfrm>
            <a:off x="812880" y="1813680"/>
            <a:ext cx="10566000" cy="1688760"/>
          </a:xfrm>
          <a:prstGeom prst="roundRect">
            <a:avLst>
              <a:gd name="adj" fmla="val 6015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reply = host.switchToHttp().getResponse&lt;FastifyReply&gt;();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code = String(exception.cause);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reply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.status(HTTP_STATUS_BY_DOMAIN_CODE[code] ?? HttpStatus.BAD_REQUEST)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.send({ code, message: exception.message });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3"/>
          <p:cNvSpPr/>
          <p:nvPr/>
        </p:nvSpPr>
        <p:spPr>
          <a:xfrm>
            <a:off x="869040" y="3731400"/>
            <a:ext cx="1081944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DomainException: erro na língua do negócio.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DomainExceptionFilter: traduz o código em status HTTP.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CADASTRO DE USUÁRIO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O mapa de status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2"/>
          <p:cNvSpPr/>
          <p:nvPr/>
        </p:nvSpPr>
        <p:spPr>
          <a:xfrm>
            <a:off x="868320" y="1813680"/>
            <a:ext cx="10820160" cy="14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USUARIO_JA_CADASTRADO: 409.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AUTH_CREDENCIAIS_INVALIDAS: 401.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Código sem mapeamento: 400.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mapa fica em HTTP_STATUS_BY_DOMAIN_CODE.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title"/>
          </p:nvPr>
        </p:nvSpPr>
        <p:spPr>
          <a:xfrm>
            <a:off x="812880" y="2122200"/>
            <a:ext cx="10883160" cy="66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504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Login e autenticação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1"/>
          <p:cNvSpPr/>
          <p:nvPr/>
        </p:nvSpPr>
        <p:spPr>
          <a:xfrm>
            <a:off x="812880" y="3016080"/>
            <a:ext cx="1088316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9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CDD6"/>
                </a:solidFill>
                <a:effectLst/>
                <a:uFillTx/>
                <a:latin typeface="Arial"/>
                <a:ea typeface="Arial"/>
              </a:rPr>
              <a:t>Vamos autenticar com senha e token JWT.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2"/>
          <p:cNvSpPr/>
          <p:nvPr/>
        </p:nvSpPr>
        <p:spPr>
          <a:xfrm>
            <a:off x="869040" y="3638520"/>
            <a:ext cx="10819440" cy="11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880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Hash de senha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880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Token JWT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880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Guard global, @Public e @CurrentUser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LOGIN E AUTENTICAÇÃO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Do login até a rota protegida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2"/>
          <p:cNvSpPr/>
          <p:nvPr/>
        </p:nvSpPr>
        <p:spPr>
          <a:xfrm>
            <a:off x="812520" y="1813680"/>
            <a:ext cx="10875600" cy="20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54160" indent="-254160" defTabSz="914400">
              <a:lnSpc>
                <a:spcPts val="2701"/>
              </a:lnSpc>
              <a:buClr>
                <a:srgbClr val="2B303C"/>
              </a:buClr>
              <a:buFont typeface="OpenSymbol"/>
              <a:buAutoNum type="arabicPeriod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Cliente envia e-mail e senha para POST /auth/login.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 defTabSz="914400">
              <a:lnSpc>
                <a:spcPts val="2701"/>
              </a:lnSpc>
              <a:buClr>
                <a:srgbClr val="2B303C"/>
              </a:buClr>
              <a:buFont typeface="OpenSymbol"/>
              <a:buAutoNum type="arabicPeriod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Caso de uso busca a credencial pelo e-mail.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 defTabSz="914400">
              <a:lnSpc>
                <a:spcPts val="2701"/>
              </a:lnSpc>
              <a:buClr>
                <a:srgbClr val="2B303C"/>
              </a:buClr>
              <a:buFont typeface="OpenSymbol"/>
              <a:buAutoNum type="arabicPeriod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hash da senha enviada é comparado com o guardado.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 defTabSz="914400">
              <a:lnSpc>
                <a:spcPts val="2701"/>
              </a:lnSpc>
              <a:buClr>
                <a:srgbClr val="2B303C"/>
              </a:buClr>
              <a:buFont typeface="OpenSymbol"/>
              <a:buAutoNum type="arabicPeriod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Se bateu e o usuário está ativo, o servidor assina um token.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 defTabSz="914400">
              <a:lnSpc>
                <a:spcPts val="2701"/>
              </a:lnSpc>
              <a:buClr>
                <a:srgbClr val="2B303C"/>
              </a:buClr>
              <a:buFont typeface="OpenSymbol"/>
              <a:buAutoNum type="arabicPeriod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Cliente manda o token no header Authorization.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 defTabSz="914400">
              <a:lnSpc>
                <a:spcPts val="2701"/>
              </a:lnSpc>
              <a:buClr>
                <a:srgbClr val="2B303C"/>
              </a:buClr>
              <a:buFont typeface="OpenSymbol"/>
              <a:buAutoNum type="arabicPeriod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JwtAuthGuard confere o token e libera a rota.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LOGIN E AUTENTICAÇÃO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Caso de uso: conferir a senha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2"/>
          <p:cNvSpPr/>
          <p:nvPr/>
        </p:nvSpPr>
        <p:spPr>
          <a:xfrm>
            <a:off x="812880" y="1813680"/>
            <a:ext cx="10566000" cy="1955520"/>
          </a:xfrm>
          <a:prstGeom prst="roundRect">
            <a:avLst>
              <a:gd name="adj" fmla="val 5195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email = new Email(dados.email).getEmail();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credencial = await this.usuarioRepository.getCredencialByEmail(email);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isSenhaCorreta = await this.hashPort.compare(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dados.senha,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credencial?.senhaHash ?? UNKNOWN_EMAIL_SENHA_HASH,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3"/>
          <p:cNvSpPr/>
          <p:nvPr/>
        </p:nvSpPr>
        <p:spPr>
          <a:xfrm>
            <a:off x="868320" y="3997800"/>
            <a:ext cx="1082016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Busca a credencial pelo e-mail.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Compara a senha enviada com o hash guardado.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LOGIN E AUTENTICAÇÃO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O mesmo erro para e-mail e senha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2"/>
          <p:cNvSpPr/>
          <p:nvPr/>
        </p:nvSpPr>
        <p:spPr>
          <a:xfrm>
            <a:off x="812880" y="1813680"/>
            <a:ext cx="10566000" cy="1955520"/>
          </a:xfrm>
          <a:prstGeom prst="roundRect">
            <a:avLst>
              <a:gd name="adj" fmla="val 5195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if (!credencial || !isSenhaCorreta)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throw new DomainException(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DOMAIN_EXCEPTION.AUTH.CREDENCIAIS_INVALIDAS.message,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{ cause: DOMAIN_EXCEPTION.AUTH.CREDENCIAIS_INVALIDAS.domainCode },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3"/>
          <p:cNvSpPr/>
          <p:nvPr/>
        </p:nvSpPr>
        <p:spPr>
          <a:xfrm>
            <a:off x="869040" y="3997800"/>
            <a:ext cx="108194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Mesma mensagem para e-mail inexistente e senha errada.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Assim ninguém descobre quais e-mails existem.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E-mail inexistente compara com um hash fixo, para igualar o tempo.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LOGIN E AUTENTICAÇÃO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Hash de senha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2"/>
          <p:cNvSpPr/>
          <p:nvPr/>
        </p:nvSpPr>
        <p:spPr>
          <a:xfrm>
            <a:off x="868320" y="1813680"/>
            <a:ext cx="10820160" cy="183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Hash: resultado embaralhado que não se desfaz.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banco guarda o hash, nunca a senha.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scrypt: algoritmo lento de propósito, contra força bruta.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Salt: valor aleatório, diferente para cada senha.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Valor guardado: salt:hash, em hexadecimal.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LOGIN E AUTENTICAÇÃO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Comparar o hash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2"/>
          <p:cNvSpPr/>
          <p:nvPr/>
        </p:nvSpPr>
        <p:spPr>
          <a:xfrm>
            <a:off x="812880" y="1813680"/>
            <a:ext cx="10566000" cy="1688760"/>
          </a:xfrm>
          <a:prstGeom prst="roundRect">
            <a:avLst>
              <a:gd name="adj" fmla="val 6015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public async compare(senha: string, senhaHash: string): Promise&lt;boolean&gt;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const [salt, hash] = senhaHash.split(':');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const candidateHash = await this.buildHash(senha, Buffer.from(salt, 'hex'));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return timingSafeEqual(candidateHash, Buffer.from(hash, 'hex'));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3"/>
          <p:cNvSpPr/>
          <p:nvPr/>
        </p:nvSpPr>
        <p:spPr>
          <a:xfrm>
            <a:off x="868320" y="3731400"/>
            <a:ext cx="1082016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Refaz o hash da senha enviada com o mesmo salt.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timingSafeEqual compara em tempo constante.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LOGIN E AUTENTICAÇÃO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Token JWT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2"/>
          <p:cNvSpPr/>
          <p:nvPr/>
        </p:nvSpPr>
        <p:spPr>
          <a:xfrm>
            <a:off x="868320" y="1813680"/>
            <a:ext cx="10820160" cy="183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JWT: token assinado que identifica quem fez a request.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Analogia: um crachá com selo.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Carrega o id (sub) e o nome de usuário.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Assinado com o JWT_SECRET do .env.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Expira em 1 hora.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LOGIN E AUTENTICAÇÃO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Gerar o token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2"/>
          <p:cNvSpPr/>
          <p:nvPr/>
        </p:nvSpPr>
        <p:spPr>
          <a:xfrm>
            <a:off x="812880" y="1813680"/>
            <a:ext cx="10566000" cy="1688760"/>
          </a:xfrm>
          <a:prstGeom prst="roundRect">
            <a:avLst>
              <a:gd name="adj" fmla="val 6015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payload: UsuarioAutenticadoDto =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sub: credencial.id,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nomeUsuario: credencial.nomeUsuario,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return { accessToken: await this.jwtService.signAsync(payload) };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3"/>
          <p:cNvSpPr/>
          <p:nvPr/>
        </p:nvSpPr>
        <p:spPr>
          <a:xfrm>
            <a:off x="868320" y="3731400"/>
            <a:ext cx="10820160" cy="11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payload: os dados que vão dentro do token.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signAsync assina o payload.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Resposta: { accessToken }.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LOGIN E AUTENTICAÇÃO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Assinado não é secreto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2"/>
          <p:cNvSpPr/>
          <p:nvPr/>
        </p:nvSpPr>
        <p:spPr>
          <a:xfrm>
            <a:off x="868320" y="1813680"/>
            <a:ext cx="10820160" cy="14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Qualquer pessoa lê o conteúdo de um token.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Ninguém altera o conteúdo sem invalidar a assinatura.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Nada sensível vai dentro do token.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projeto usa só access token, sem refresh token.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LOGIN E AUTENTICAÇÃO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JwtAuthGuard: a rota é pública?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2"/>
          <p:cNvSpPr/>
          <p:nvPr/>
        </p:nvSpPr>
        <p:spPr>
          <a:xfrm>
            <a:off x="812880" y="1813680"/>
            <a:ext cx="10566000" cy="2222280"/>
          </a:xfrm>
          <a:prstGeom prst="roundRect">
            <a:avLst>
              <a:gd name="adj" fmla="val 4571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isPublic = this.reflector.getAllAndOverride&lt;boolean&gt;(IS_PUBLIC_KEY, [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context.getHandler(),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context.getClass(),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]);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if (isPublic)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return true;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3"/>
          <p:cNvSpPr/>
          <p:nvPr/>
        </p:nvSpPr>
        <p:spPr>
          <a:xfrm>
            <a:off x="868320" y="4264560"/>
            <a:ext cx="1082016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Primeiro lê a marca @Public com o Reflector.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Rota pública passa direto.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LOGIN E AUTENTICAÇÃO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JwtAuthGuard: conferir o token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2"/>
          <p:cNvSpPr/>
          <p:nvPr/>
        </p:nvSpPr>
        <p:spPr>
          <a:xfrm>
            <a:off x="812880" y="1813680"/>
            <a:ext cx="10566000" cy="1422000"/>
          </a:xfrm>
          <a:prstGeom prst="roundRect">
            <a:avLst>
              <a:gd name="adj" fmla="val 7143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[type, token] = request.headers.authorization?.split(' ') ?? [];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if (type !== 'Bearer' || !token)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throw new UnauthorizedException('Faça login para continuar.');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3"/>
          <p:cNvSpPr/>
          <p:nvPr/>
        </p:nvSpPr>
        <p:spPr>
          <a:xfrm>
            <a:off x="868320" y="3464640"/>
            <a:ext cx="10820160" cy="11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Exige Authorization: Bearer seguido do token.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Verifica a assinatura e guarda o usuário em request.usuario.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Sem token ou token inválido: 401.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LOGIN E AUTENTICAÇÃO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Guard global: tudo fechado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2"/>
          <p:cNvSpPr/>
          <p:nvPr/>
        </p:nvSpPr>
        <p:spPr>
          <a:xfrm>
            <a:off x="812880" y="1813680"/>
            <a:ext cx="10566000" cy="622080"/>
          </a:xfrm>
          <a:prstGeom prst="roundRect">
            <a:avLst>
              <a:gd name="adj" fmla="val 16327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providers: [{ provide: APP_GUARD, useClass: JwtAuthGuard }],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3"/>
          <p:cNvSpPr/>
          <p:nvPr/>
        </p:nvSpPr>
        <p:spPr>
          <a:xfrm>
            <a:off x="868320" y="2664360"/>
            <a:ext cx="10820160" cy="11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APP_GUARD aplica o JwtAuthGuard a todas as rotas.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Sem @UseGuards repetido em cada controller.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Padrão seguro: rota aberta precisa do @Public().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LOGIN E AUTENTICAÇÃO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@Public: a exceção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2"/>
          <p:cNvSpPr/>
          <p:nvPr/>
        </p:nvSpPr>
        <p:spPr>
          <a:xfrm>
            <a:off x="812880" y="1813680"/>
            <a:ext cx="10566000" cy="888480"/>
          </a:xfrm>
          <a:prstGeom prst="roundRect">
            <a:avLst>
              <a:gd name="adj" fmla="val 11429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export const IS_PUBLIC_KEY = 'isPublic';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export const Public = () =&gt; SetMetadata(IS_PUBLIC_KEY, true);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3"/>
          <p:cNvSpPr/>
          <p:nvPr/>
        </p:nvSpPr>
        <p:spPr>
          <a:xfrm>
            <a:off x="868320" y="2931120"/>
            <a:ext cx="10820160" cy="11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@Public() só grava uma marca na rota.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Quem decide é o guard, lendo a marca.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Cadastro e login são públicos: ainda não há token.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LOGIN E AUTENTICAÇÃO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@CurrentUser: o usuário da request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2"/>
          <p:cNvSpPr/>
          <p:nvPr/>
        </p:nvSpPr>
        <p:spPr>
          <a:xfrm>
            <a:off x="812880" y="1813680"/>
            <a:ext cx="10566000" cy="1422000"/>
          </a:xfrm>
          <a:prstGeom prst="roundRect">
            <a:avLst>
              <a:gd name="adj" fmla="val 7143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export const CurrentUser = createParamDecorator(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(_data: unknown, context: ExecutionContext) =&gt;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context.switchToHttp().getRequest&lt;AuthenticatedRequest&gt;().usuario,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3"/>
          <p:cNvSpPr/>
          <p:nvPr/>
        </p:nvSpPr>
        <p:spPr>
          <a:xfrm>
            <a:off x="868320" y="3464640"/>
            <a:ext cx="1082016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Decorator de parâmetro: entrega o usuário que o guard gravou.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controller recebe o dado pronto.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LOGIN E AUTENTICAÇÃO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A rota GET /usuarios/me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2"/>
          <p:cNvSpPr/>
          <p:nvPr/>
        </p:nvSpPr>
        <p:spPr>
          <a:xfrm>
            <a:off x="812880" y="1813680"/>
            <a:ext cx="10566000" cy="1422000"/>
          </a:xfrm>
          <a:prstGeom prst="roundRect">
            <a:avLst>
              <a:gd name="adj" fmla="val 7143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@Get('me')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public async getPerfil(@CurrentUser() usuario: UsuarioAutenticadoDto)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return this.getPerfilUsecase.execute(usuario.sub);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3"/>
          <p:cNvSpPr/>
          <p:nvPr/>
        </p:nvSpPr>
        <p:spPr>
          <a:xfrm>
            <a:off x="868320" y="3464640"/>
            <a:ext cx="10820160" cy="11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id vem do sub do token, não da URL.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Cada pessoa só vê o próprio perfil.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849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Sem token: 401. Com token: 200.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title"/>
          </p:nvPr>
        </p:nvSpPr>
        <p:spPr>
          <a:xfrm>
            <a:off x="812880" y="2152800"/>
            <a:ext cx="10883160" cy="66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504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O caminho da request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1"/>
          <p:cNvSpPr/>
          <p:nvPr/>
        </p:nvSpPr>
        <p:spPr>
          <a:xfrm>
            <a:off x="812880" y="3046680"/>
            <a:ext cx="1088316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9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CDD6"/>
                </a:solidFill>
                <a:effectLst/>
                <a:uFillTx/>
                <a:latin typeface="Arial"/>
                <a:ea typeface="Arial"/>
              </a:rPr>
              <a:t>Vamos seguir uma request do começo ao fim, passando por cada peça do Nest.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2"/>
          <p:cNvSpPr/>
          <p:nvPr/>
        </p:nvSpPr>
        <p:spPr>
          <a:xfrm>
            <a:off x="882360" y="3669120"/>
            <a:ext cx="10805760" cy="10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721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A ordem das peças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721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O que o projeto usa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721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Um exemplo completo: apagar uma publicação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O CAMINHO DA REQUEST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A ordem das peças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2"/>
          <p:cNvSpPr/>
          <p:nvPr/>
        </p:nvSpPr>
        <p:spPr>
          <a:xfrm>
            <a:off x="816120" y="1842120"/>
            <a:ext cx="1466280" cy="542520"/>
          </a:xfrm>
          <a:prstGeom prst="roundRect">
            <a:avLst>
              <a:gd name="adj" fmla="val 18134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Middleware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3"/>
          <p:cNvSpPr/>
          <p:nvPr/>
        </p:nvSpPr>
        <p:spPr>
          <a:xfrm>
            <a:off x="2412720" y="1935720"/>
            <a:ext cx="3045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801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4"/>
          <p:cNvSpPr/>
          <p:nvPr/>
        </p:nvSpPr>
        <p:spPr>
          <a:xfrm>
            <a:off x="2796840" y="1842120"/>
            <a:ext cx="957960" cy="542520"/>
          </a:xfrm>
          <a:prstGeom prst="roundRect">
            <a:avLst>
              <a:gd name="adj" fmla="val 18134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Guard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5"/>
          <p:cNvSpPr/>
          <p:nvPr/>
        </p:nvSpPr>
        <p:spPr>
          <a:xfrm>
            <a:off x="3885480" y="1935720"/>
            <a:ext cx="3045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801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6"/>
          <p:cNvSpPr/>
          <p:nvPr/>
        </p:nvSpPr>
        <p:spPr>
          <a:xfrm>
            <a:off x="4269600" y="1842120"/>
            <a:ext cx="1420920" cy="542520"/>
          </a:xfrm>
          <a:prstGeom prst="roundRect">
            <a:avLst>
              <a:gd name="adj" fmla="val 18134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Interceptor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7"/>
          <p:cNvSpPr/>
          <p:nvPr/>
        </p:nvSpPr>
        <p:spPr>
          <a:xfrm>
            <a:off x="5821200" y="1935720"/>
            <a:ext cx="3045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801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8"/>
          <p:cNvSpPr/>
          <p:nvPr/>
        </p:nvSpPr>
        <p:spPr>
          <a:xfrm>
            <a:off x="6205320" y="1842120"/>
            <a:ext cx="788760" cy="542520"/>
          </a:xfrm>
          <a:prstGeom prst="roundRect">
            <a:avLst>
              <a:gd name="adj" fmla="val 18134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Pipe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9"/>
          <p:cNvSpPr/>
          <p:nvPr/>
        </p:nvSpPr>
        <p:spPr>
          <a:xfrm>
            <a:off x="7124400" y="1935720"/>
            <a:ext cx="3045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801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10"/>
          <p:cNvSpPr/>
          <p:nvPr/>
        </p:nvSpPr>
        <p:spPr>
          <a:xfrm>
            <a:off x="7505640" y="1844280"/>
            <a:ext cx="1326240" cy="538200"/>
          </a:xfrm>
          <a:prstGeom prst="roundRect">
            <a:avLst>
              <a:gd name="adj" fmla="val 18870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Controller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11"/>
          <p:cNvSpPr/>
          <p:nvPr/>
        </p:nvSpPr>
        <p:spPr>
          <a:xfrm>
            <a:off x="869040" y="2642040"/>
            <a:ext cx="10819440" cy="13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Guard: decide se a request segue.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Pipe: valida e transforma os dados.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Interceptor: atua na ida e na volta.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Filter: entra só quando algo lança um erro.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O CAMINHO DA REQUEST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O que o projeto usa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2"/>
          <p:cNvSpPr/>
          <p:nvPr/>
        </p:nvSpPr>
        <p:spPr>
          <a:xfrm>
            <a:off x="861120" y="1864440"/>
            <a:ext cx="10827000" cy="165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Guards: JwtAuthGuard e OwnershipGuard.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Pipes: ValidationPipe e ParseIntPipe.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Filter: DomainExceptionFilter.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Middleware e interceptor: não usamos no projeto.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O CAMINHO DA REQUEST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Exemplo: apagar a publicação 12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2"/>
          <p:cNvSpPr/>
          <p:nvPr/>
        </p:nvSpPr>
        <p:spPr>
          <a:xfrm>
            <a:off x="812880" y="1838880"/>
            <a:ext cx="10566000" cy="926640"/>
          </a:xfrm>
          <a:prstGeom prst="roundRect">
            <a:avLst>
              <a:gd name="adj" fmla="val 10959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251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DELETE /publicacoes/12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51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Authorization: Bearer &lt;token&gt;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3"/>
          <p:cNvSpPr/>
          <p:nvPr/>
        </p:nvSpPr>
        <p:spPr>
          <a:xfrm>
            <a:off x="869040" y="3020040"/>
            <a:ext cx="108194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Primeiro age o JwtAuthGuard, que vale para o projeto inteiro.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Ele confere o token e guarda o usuário na request.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Sem token, a resposta é 401 e nada mais roda.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O CAMINHO DA REQUEST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Segundo passo: OwnershipGuard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2"/>
          <p:cNvSpPr/>
          <p:nvPr/>
        </p:nvSpPr>
        <p:spPr>
          <a:xfrm>
            <a:off x="868320" y="1864440"/>
            <a:ext cx="10820160" cy="15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Vale só para a rota de exclusão.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id ainda é texto, então ele confere se é um número.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Busca o autor da publicação e compara com o usuário do token.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Responde 400, 404 ou 403.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O CAMINHO DA REQUEST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Terceiro passo: pipe, controller e resposta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2"/>
          <p:cNvSpPr/>
          <p:nvPr/>
        </p:nvSpPr>
        <p:spPr>
          <a:xfrm>
            <a:off x="868320" y="1864440"/>
            <a:ext cx="10820160" cy="15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ParseIntPipe transforma o texto 12 no número 12.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controller chama o caso de uso, que apaga a publicação.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Se o domínio lançar erro, o DomainExceptionFilter traduz.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Se der certo, a resposta é 204, sem corpo.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O CAMINHO DA REQUEST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O guard roda antes do pipe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2"/>
          <p:cNvSpPr/>
          <p:nvPr/>
        </p:nvSpPr>
        <p:spPr>
          <a:xfrm>
            <a:off x="882360" y="1813680"/>
            <a:ext cx="10805760" cy="99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 ordem do Nest é guards, depois pipes.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No guard, o publicacaoId ainda é texto.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Por isso o OwnershipGuard confere o id sozinho.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3"/>
          <p:cNvSpPr/>
          <p:nvPr/>
        </p:nvSpPr>
        <p:spPr>
          <a:xfrm>
            <a:off x="812880" y="3013560"/>
            <a:ext cx="10566000" cy="2488680"/>
          </a:xfrm>
          <a:prstGeom prst="roundRect">
            <a:avLst>
              <a:gd name="adj" fmla="val 4082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@Delete(':publicacaoId')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@UseGuards(OwnershipGuard)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@HttpCode(HttpStatus.NO_CONTENT)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public async excluirPublicacao(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@Param('publicacaoId', ParseIntPipe) publicacaoId: number,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)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await this.excluirPublicacaoUsecase.execute(publicacaoId);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O CAMINHO DA REQUEST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Quem valida o quê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2"/>
          <p:cNvSpPr/>
          <p:nvPr/>
        </p:nvSpPr>
        <p:spPr>
          <a:xfrm>
            <a:off x="816120" y="1867320"/>
            <a:ext cx="5175000" cy="1882800"/>
          </a:xfrm>
          <a:prstGeom prst="roundRect">
            <a:avLst>
              <a:gd name="adj" fmla="val 5227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3"/>
          <p:cNvSpPr/>
          <p:nvPr/>
        </p:nvSpPr>
        <p:spPr>
          <a:xfrm>
            <a:off x="1046880" y="2098440"/>
            <a:ext cx="48546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Pipe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4"/>
          <p:cNvSpPr/>
          <p:nvPr/>
        </p:nvSpPr>
        <p:spPr>
          <a:xfrm>
            <a:off x="1046880" y="2491920"/>
            <a:ext cx="4854600" cy="65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66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74D5B"/>
                </a:solidFill>
                <a:effectLst/>
                <a:uFillTx/>
                <a:latin typeface="Arial"/>
                <a:ea typeface="Arial"/>
              </a:rPr>
              <a:t>Formato dos dados: campo existe, é texto, tem tamanho mínimo.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5"/>
          <p:cNvSpPr/>
          <p:nvPr/>
        </p:nvSpPr>
        <p:spPr>
          <a:xfrm>
            <a:off x="1046880" y="3206880"/>
            <a:ext cx="48546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66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74D5B"/>
                </a:solidFill>
                <a:effectLst/>
                <a:uFillTx/>
                <a:latin typeface="Arial"/>
                <a:ea typeface="Arial"/>
              </a:rPr>
              <a:t>Falha: 400 do Nest.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6"/>
          <p:cNvSpPr/>
          <p:nvPr/>
        </p:nvSpPr>
        <p:spPr>
          <a:xfrm>
            <a:off x="6200640" y="1867320"/>
            <a:ext cx="5175000" cy="1882800"/>
          </a:xfrm>
          <a:prstGeom prst="roundRect">
            <a:avLst>
              <a:gd name="adj" fmla="val 5227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7"/>
          <p:cNvSpPr/>
          <p:nvPr/>
        </p:nvSpPr>
        <p:spPr>
          <a:xfrm>
            <a:off x="6431400" y="2098440"/>
            <a:ext cx="48546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Domínio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8"/>
          <p:cNvSpPr/>
          <p:nvPr/>
        </p:nvSpPr>
        <p:spPr>
          <a:xfrm>
            <a:off x="6431400" y="2491920"/>
            <a:ext cx="4854600" cy="65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66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74D5B"/>
                </a:solidFill>
                <a:effectLst/>
                <a:uFillTx/>
                <a:latin typeface="Arial"/>
                <a:ea typeface="Arial"/>
              </a:rPr>
              <a:t>Regras do negócio: e-mail válido, idade mínima de 16 anos.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9"/>
          <p:cNvSpPr/>
          <p:nvPr/>
        </p:nvSpPr>
        <p:spPr>
          <a:xfrm>
            <a:off x="6431400" y="3206880"/>
            <a:ext cx="48546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66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74D5B"/>
                </a:solidFill>
                <a:effectLst/>
                <a:uFillTx/>
                <a:latin typeface="Arial"/>
                <a:ea typeface="Arial"/>
              </a:rPr>
              <a:t>Falha: o filter traduz pelo código.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PlaceHolder 1"/>
          <p:cNvSpPr>
            <a:spLocks noGrp="1"/>
          </p:cNvSpPr>
          <p:nvPr>
            <p:ph type="title"/>
          </p:nvPr>
        </p:nvSpPr>
        <p:spPr>
          <a:xfrm>
            <a:off x="812880" y="2152800"/>
            <a:ext cx="10883160" cy="66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504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Testes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1"/>
          <p:cNvSpPr/>
          <p:nvPr/>
        </p:nvSpPr>
        <p:spPr>
          <a:xfrm>
            <a:off x="812880" y="3046680"/>
            <a:ext cx="1088316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9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CDD6"/>
                </a:solidFill>
                <a:effectLst/>
                <a:uFillTx/>
                <a:latin typeface="Arial"/>
                <a:ea typeface="Arial"/>
              </a:rPr>
              <a:t>Vamos testar os casos de uso sem banco, sem rede e sem esperar o scrypt.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2"/>
          <p:cNvSpPr/>
          <p:nvPr/>
        </p:nvSpPr>
        <p:spPr>
          <a:xfrm>
            <a:off x="882360" y="3669120"/>
            <a:ext cx="10805760" cy="10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721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Fakes no lugar dos adapters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721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Testes de caso de uso e de value object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721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Um desafio para resolver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TESTES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Testar sem banco de dados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2"/>
          <p:cNvSpPr/>
          <p:nvPr/>
        </p:nvSpPr>
        <p:spPr>
          <a:xfrm>
            <a:off x="868320" y="1864440"/>
            <a:ext cx="10820160" cy="15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caso de uso só conhece ports.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No teste, entregamos versões simples dos adapters.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código do caso de uso é o mesmo de produção.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teste fica rápido e não precisa de instalação.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TESTES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Fake e spy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2"/>
          <p:cNvSpPr/>
          <p:nvPr/>
        </p:nvSpPr>
        <p:spPr>
          <a:xfrm>
            <a:off x="816120" y="1867320"/>
            <a:ext cx="5175000" cy="1882800"/>
          </a:xfrm>
          <a:prstGeom prst="roundRect">
            <a:avLst>
              <a:gd name="adj" fmla="val 5227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3"/>
          <p:cNvSpPr/>
          <p:nvPr/>
        </p:nvSpPr>
        <p:spPr>
          <a:xfrm>
            <a:off x="1046880" y="2098440"/>
            <a:ext cx="48546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Fake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4"/>
          <p:cNvSpPr/>
          <p:nvPr/>
        </p:nvSpPr>
        <p:spPr>
          <a:xfrm>
            <a:off x="1046880" y="2491920"/>
            <a:ext cx="4854600" cy="65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66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74D5B"/>
                </a:solidFill>
                <a:effectLst/>
                <a:uFillTx/>
                <a:latin typeface="Arial"/>
                <a:ea typeface="Arial"/>
              </a:rPr>
              <a:t>Versão simples que funciona de verdade, como um Map no lugar do banco.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5"/>
          <p:cNvSpPr/>
          <p:nvPr/>
        </p:nvSpPr>
        <p:spPr>
          <a:xfrm>
            <a:off x="1046880" y="3206880"/>
            <a:ext cx="48546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66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74D5B"/>
                </a:solidFill>
                <a:effectLst/>
                <a:uFillTx/>
                <a:latin typeface="Arial"/>
                <a:ea typeface="Arial"/>
              </a:rPr>
              <a:t>Confere o dado guardado.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6"/>
          <p:cNvSpPr/>
          <p:nvPr/>
        </p:nvSpPr>
        <p:spPr>
          <a:xfrm>
            <a:off x="6200640" y="1867320"/>
            <a:ext cx="5175000" cy="1882800"/>
          </a:xfrm>
          <a:prstGeom prst="roundRect">
            <a:avLst>
              <a:gd name="adj" fmla="val 5227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7"/>
          <p:cNvSpPr/>
          <p:nvPr/>
        </p:nvSpPr>
        <p:spPr>
          <a:xfrm>
            <a:off x="6431400" y="2098440"/>
            <a:ext cx="48546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Spy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8"/>
          <p:cNvSpPr/>
          <p:nvPr/>
        </p:nvSpPr>
        <p:spPr>
          <a:xfrm>
            <a:off x="6431400" y="2491920"/>
            <a:ext cx="4854600" cy="65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66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74D5B"/>
                </a:solidFill>
                <a:effectLst/>
                <a:uFillTx/>
                <a:latin typeface="Arial"/>
                <a:ea typeface="Arial"/>
              </a:rPr>
              <a:t>Observa uma chamada, sem trocar o comportamento.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9"/>
          <p:cNvSpPr/>
          <p:nvPr/>
        </p:nvSpPr>
        <p:spPr>
          <a:xfrm>
            <a:off x="6431400" y="3206880"/>
            <a:ext cx="48546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66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74D5B"/>
                </a:solidFill>
                <a:effectLst/>
                <a:uFillTx/>
                <a:latin typeface="Arial"/>
                <a:ea typeface="Arial"/>
              </a:rPr>
              <a:t>Confere argumentos e número de vezes.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10"/>
          <p:cNvSpPr/>
          <p:nvPr/>
        </p:nvSpPr>
        <p:spPr>
          <a:xfrm>
            <a:off x="812880" y="4033080"/>
            <a:ext cx="1088316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611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Um bom teste usa os dois.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TESTES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InMemoryUsuarioRepository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2"/>
          <p:cNvSpPr/>
          <p:nvPr/>
        </p:nvSpPr>
        <p:spPr>
          <a:xfrm>
            <a:off x="812880" y="1838880"/>
            <a:ext cx="10566000" cy="1688760"/>
          </a:xfrm>
          <a:prstGeom prst="roundRect">
            <a:avLst>
              <a:gd name="adj" fmla="val 6015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export class InMemoryUsuarioRepository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implements UsuarioRepository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readonly usuarios = new Map&lt;string, UsuarioRow&gt;();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...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3"/>
          <p:cNvSpPr/>
          <p:nvPr/>
        </p:nvSpPr>
        <p:spPr>
          <a:xfrm>
            <a:off x="869040" y="3782160"/>
            <a:ext cx="108194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Implementa o mesmo contrato do repository do Postgres.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Guarda os usuários num Map.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teste lê o Map para conferir o que foi guardado.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TESTES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FakeHashAdapter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2"/>
          <p:cNvSpPr/>
          <p:nvPr/>
        </p:nvSpPr>
        <p:spPr>
          <a:xfrm>
            <a:off x="812880" y="1838880"/>
            <a:ext cx="10566000" cy="1955520"/>
          </a:xfrm>
          <a:prstGeom prst="roundRect">
            <a:avLst>
              <a:gd name="adj" fmla="val 5195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export class FakeHashAdapter implements HashPort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public async hash(senha: string): Promise&lt;string&gt;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return `hash:${senha}`;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...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3"/>
          <p:cNvSpPr/>
          <p:nvPr/>
        </p:nvSpPr>
        <p:spPr>
          <a:xfrm>
            <a:off x="869040" y="4048560"/>
            <a:ext cx="108194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Substitui o scrypt, que é lento.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 senha segredo123 vira hash:segredo123.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Fica fácil conferir no teste.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TESTES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Anatomia de um teste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2"/>
          <p:cNvSpPr/>
          <p:nvPr/>
        </p:nvSpPr>
        <p:spPr>
          <a:xfrm>
            <a:off x="882360" y="1813680"/>
            <a:ext cx="10805760" cy="99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Arrange: preparar os dados e os fakes.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Act: executar o caso de uso.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Assert: conferir o dado guardado, o retorno e a chamada.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3"/>
          <p:cNvSpPr/>
          <p:nvPr/>
        </p:nvSpPr>
        <p:spPr>
          <a:xfrm>
            <a:off x="812880" y="3013560"/>
            <a:ext cx="10566000" cy="2222280"/>
          </a:xfrm>
          <a:prstGeom prst="roundRect">
            <a:avLst>
              <a:gd name="adj" fmla="val 4571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dados = makeCadastrarUsuarioDto({ email: 'Maria@Exemplo.com' });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hashSpy = jest.spyOn(hashAdapter, 'hash');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usuarioCadastrado = await usecase.execute(dados);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expect(usuarioRepository.usuarios.get('1')).toStrictEqual(expectedUsuario);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expect(usuarioCadastrado).toStrictEqual(expectedUsuarioCadastrado);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expect(hashSpy).toHaveBeenCalledWith('segredo123');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expect(hashSpy).toHaveBeenCalledTimes(1);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TESTES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Testando o caminho de erro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2"/>
          <p:cNvSpPr/>
          <p:nvPr/>
        </p:nvSpPr>
        <p:spPr>
          <a:xfrm>
            <a:off x="882360" y="1813680"/>
            <a:ext cx="1080576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Capturar o erro com .catch.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Comparar com o erro esperado.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Jest ignora o cause, então conferimos à parte.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Garantir que nada foi gravado.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3"/>
          <p:cNvSpPr/>
          <p:nvPr/>
        </p:nvSpPr>
        <p:spPr>
          <a:xfrm>
            <a:off x="812880" y="3337560"/>
            <a:ext cx="10566000" cy="1422000"/>
          </a:xfrm>
          <a:prstGeom prst="roundRect">
            <a:avLst>
              <a:gd name="adj" fmla="val 7143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error = await usecase.execute(dados).catch((error: unknown) =&gt; error);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expect(error).toStrictEqual(expectedError);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expect(error).toHaveProperty('cause', expectedError.cause);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expect(usuarioRepository.usuarios.size).toBe(0);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TESTES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Value objects: testar os limites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2"/>
          <p:cNvSpPr/>
          <p:nvPr/>
        </p:nvSpPr>
        <p:spPr>
          <a:xfrm>
            <a:off x="869040" y="1813680"/>
            <a:ext cx="108194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Basta o construtor, sem Nest e sem fakes.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Quem faz 16 anos hoje passa.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Quem só faz 16 amanhã é recusado.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3"/>
          <p:cNvSpPr/>
          <p:nvPr/>
        </p:nvSpPr>
        <p:spPr>
          <a:xfrm>
            <a:off x="812880" y="3070800"/>
            <a:ext cx="10566000" cy="1422000"/>
          </a:xfrm>
          <a:prstGeom prst="roundRect">
            <a:avLst>
              <a:gd name="adj" fmla="val 7143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value = makeDataNascimento(16, 1);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error = catchError(() =&gt; new DataNascimento(value));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expect(error).toStrictEqual(expectedError);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expect(error).toHaveProperty('cause', expectedError.cause);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TESTES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Helper catchError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2"/>
          <p:cNvSpPr/>
          <p:nvPr/>
        </p:nvSpPr>
        <p:spPr>
          <a:xfrm>
            <a:off x="869040" y="1813680"/>
            <a:ext cx="1081944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Devolve o erro que foi lançado.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Se nada for lançado, o teste falha de propósito.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3"/>
          <p:cNvSpPr/>
          <p:nvPr/>
        </p:nvSpPr>
        <p:spPr>
          <a:xfrm>
            <a:off x="812880" y="2728080"/>
            <a:ext cx="10566000" cy="2488680"/>
          </a:xfrm>
          <a:prstGeom prst="roundRect">
            <a:avLst>
              <a:gd name="adj" fmla="val 4082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export function catchError(callback: () =&gt; unknown): unknown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try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callback();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} catch (error)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return error;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throw new Error('Nenhum erro foi lançado.');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TESTES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Como rodar os testes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2"/>
          <p:cNvSpPr/>
          <p:nvPr/>
        </p:nvSpPr>
        <p:spPr>
          <a:xfrm>
            <a:off x="812880" y="1813680"/>
            <a:ext cx="10566000" cy="1492920"/>
          </a:xfrm>
          <a:prstGeom prst="roundRect">
            <a:avLst>
              <a:gd name="adj" fmla="val 6804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npm test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npm run test:watch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npm run test:cov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npx jest value-objects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 3"/>
          <p:cNvSpPr/>
          <p:nvPr/>
        </p:nvSpPr>
        <p:spPr>
          <a:xfrm>
            <a:off x="882360" y="3535200"/>
            <a:ext cx="10805760" cy="13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npm test: roda tudo.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test:watch: roda de novo a cada arquivo salvo.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test:cov: mostra a cobertura.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npx jest com um texto: roda só os testes daquele caminho.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21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FFF6F3"/>
                </a:solidFill>
                <a:effectLst/>
                <a:uFillTx/>
                <a:latin typeface="Arial"/>
                <a:ea typeface="Arial"/>
              </a:rPr>
              <a:t>DESAFIO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52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96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FFF6F3"/>
                </a:solidFill>
                <a:effectLst/>
                <a:uFillTx/>
                <a:latin typeface="Arial"/>
                <a:ea typeface="Arial"/>
              </a:rPr>
              <a:t>Vamos fazer os testes passarem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2"/>
          <p:cNvSpPr/>
          <p:nvPr/>
        </p:nvSpPr>
        <p:spPr>
          <a:xfrm>
            <a:off x="812520" y="1920240"/>
            <a:ext cx="10875600" cy="13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54160" indent="-254160" defTabSz="914400">
              <a:lnSpc>
                <a:spcPts val="2701"/>
              </a:lnSpc>
              <a:buClr>
                <a:srgbClr val="FFF6F3"/>
              </a:buClr>
              <a:buFont typeface="OpenSymbol"/>
              <a:buAutoNum type="arabicPeriod"/>
            </a:pPr>
            <a:r>
              <a:rPr lang="en-US" sz="1800" b="0" u="none" strike="noStrike">
                <a:solidFill>
                  <a:srgbClr val="FFF6F3"/>
                </a:solidFill>
                <a:effectLst/>
                <a:uFillTx/>
                <a:latin typeface="Arial"/>
                <a:ea typeface="Arial"/>
              </a:rPr>
              <a:t>Na tag bloco-3, tirar o .skip dos specs de Email e NomeUsuario.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4160" indent="-254160" defTabSz="914400">
              <a:lnSpc>
                <a:spcPts val="2701"/>
              </a:lnSpc>
              <a:buClr>
                <a:srgbClr val="FFF6F3"/>
              </a:buClr>
              <a:buFont typeface="OpenSymbol"/>
              <a:buAutoNum type="arabicPeriod"/>
            </a:pPr>
            <a:r>
              <a:rPr lang="en-US" sz="1800" b="0" u="none" strike="noStrike">
                <a:solidFill>
                  <a:srgbClr val="FFF6F3"/>
                </a:solidFill>
                <a:effectLst/>
                <a:uFillTx/>
                <a:latin typeface="Arial"/>
                <a:ea typeface="Arial"/>
              </a:rPr>
              <a:t>Email: validar o formato e lançar a exceção de e-mail inválido.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4160" indent="-254160" defTabSz="914400">
              <a:lnSpc>
                <a:spcPts val="2701"/>
              </a:lnSpc>
              <a:buClr>
                <a:srgbClr val="FFF6F3"/>
              </a:buClr>
              <a:buFont typeface="OpenSymbol"/>
              <a:buAutoNum type="arabicPeriod"/>
            </a:pPr>
            <a:r>
              <a:rPr lang="en-US" sz="1800" b="0" u="none" strike="noStrike">
                <a:solidFill>
                  <a:srgbClr val="FFF6F3"/>
                </a:solidFill>
                <a:effectLst/>
                <a:uFillTx/>
                <a:latin typeface="Arial"/>
                <a:ea typeface="Arial"/>
              </a:rPr>
              <a:t>NomeUsuario: 3 a 35 caracteres, minúsculas, dígitos, _ e ponto.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4160" indent="-254160" defTabSz="914400">
              <a:lnSpc>
                <a:spcPts val="2701"/>
              </a:lnSpc>
              <a:buClr>
                <a:srgbClr val="FFF6F3"/>
              </a:buClr>
              <a:buFont typeface="OpenSymbol"/>
              <a:buAutoNum type="arabicPeriod"/>
            </a:pPr>
            <a:r>
              <a:rPr lang="en-US" sz="1800" b="0" u="none" strike="noStrike">
                <a:solidFill>
                  <a:srgbClr val="FFF6F3"/>
                </a:solidFill>
                <a:effectLst/>
                <a:uFillTx/>
                <a:latin typeface="Arial"/>
                <a:ea typeface="Arial"/>
              </a:rPr>
              <a:t>Rodar npx jest value-objects até ficar verde.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3"/>
          <p:cNvSpPr/>
          <p:nvPr/>
        </p:nvSpPr>
        <p:spPr>
          <a:xfrm>
            <a:off x="812880" y="3571200"/>
            <a:ext cx="10883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66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FF6F3"/>
                </a:solidFill>
                <a:effectLst/>
                <a:uFillTx/>
                <a:latin typeface="Arial"/>
                <a:ea typeface="Arial"/>
              </a:rPr>
              <a:t>A solução está na tag bloco-4.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title"/>
          </p:nvPr>
        </p:nvSpPr>
        <p:spPr>
          <a:xfrm>
            <a:off x="812880" y="1980000"/>
            <a:ext cx="10883160" cy="66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504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Upload de imagem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1"/>
          <p:cNvSpPr/>
          <p:nvPr/>
        </p:nvSpPr>
        <p:spPr>
          <a:xfrm>
            <a:off x="812880" y="2874240"/>
            <a:ext cx="1088316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9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CDD6"/>
                </a:solidFill>
                <a:effectLst/>
                <a:uFillTx/>
                <a:latin typeface="Arial"/>
                <a:ea typeface="Arial"/>
              </a:rPr>
              <a:t>Vamos fazer o upload da foto de perfil, da escolha da imagem até o armazenamento.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2"/>
          <p:cNvSpPr/>
          <p:nvPr/>
        </p:nvSpPr>
        <p:spPr>
          <a:xfrm>
            <a:off x="882360" y="3496320"/>
            <a:ext cx="10805760" cy="140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721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O envio do arquivo: multipart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721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Limite de tamanho e validação do tipo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721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StoragePort: disco local ou S3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721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Recorte da imagem com CropperJS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UPLOAD DE IMAGEM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multipart/form-data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2"/>
          <p:cNvSpPr/>
          <p:nvPr/>
        </p:nvSpPr>
        <p:spPr>
          <a:xfrm>
            <a:off x="882360" y="1813680"/>
            <a:ext cx="10805760" cy="99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Formato que o navegador usa para enviar arquivos.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corpo é dividido em partes por uma fronteira (boundary).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Cada parte tem os próprios cabeçalhos.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3"/>
          <p:cNvSpPr/>
          <p:nvPr/>
        </p:nvSpPr>
        <p:spPr>
          <a:xfrm>
            <a:off x="812880" y="3013560"/>
            <a:ext cx="10566000" cy="2222280"/>
          </a:xfrm>
          <a:prstGeom prst="roundRect">
            <a:avLst>
              <a:gd name="adj" fmla="val 4571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PUT /usuarios/me/imagem-perfil HTTP/1.1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Content-Type: multipart/form-data; boundary=----limite123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------limite123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Content-Disposition: form-data; name="imagem"; filename="perfil.png"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Content-Type: image/png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&lt;bytes da imagem&gt;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------limite123--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UPLOAD DE IMAGEM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O tipo informado pelo cliente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2"/>
          <p:cNvSpPr/>
          <p:nvPr/>
        </p:nvSpPr>
        <p:spPr>
          <a:xfrm>
            <a:off x="861120" y="1864440"/>
            <a:ext cx="10827000" cy="12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Content-Type: image/png é uma afirmação do cliente.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Nada garante que seja verdade.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servidor confere os bytes do arquivo.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UPLOAD DE IMAGEM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Limite de 10MB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2"/>
          <p:cNvSpPr/>
          <p:nvPr/>
        </p:nvSpPr>
        <p:spPr>
          <a:xfrm>
            <a:off x="869040" y="1838880"/>
            <a:ext cx="108194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padrão do @fastify/multipart é 1 MiB por arquivo.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requisito pede 10MB.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limite é definido ao registrar o plugin.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3"/>
          <p:cNvSpPr/>
          <p:nvPr/>
        </p:nvSpPr>
        <p:spPr>
          <a:xfrm>
            <a:off x="812880" y="3121560"/>
            <a:ext cx="10566000" cy="888480"/>
          </a:xfrm>
          <a:prstGeom prst="roundRect">
            <a:avLst>
              <a:gd name="adj" fmla="val 11429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export const MAX_IMAGEM_SIZE = 10 * 1024 * 1024;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await app.register(fastifyMultipart, { limits: { fileSize: MAX_IMAGEM_SIZE } });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UPLOAD DE IMAGEM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Arquivo grande demais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2"/>
          <p:cNvSpPr/>
          <p:nvPr/>
        </p:nvSpPr>
        <p:spPr>
          <a:xfrm>
            <a:off x="869040" y="1813680"/>
            <a:ext cx="108194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 leitura lança um erro com um código do Fastify.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projeto traduz esse erro em 413.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 mensagem é clara, em português.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3"/>
          <p:cNvSpPr/>
          <p:nvPr/>
        </p:nvSpPr>
        <p:spPr>
          <a:xfrm>
            <a:off x="812880" y="3070800"/>
            <a:ext cx="10566000" cy="1955520"/>
          </a:xfrm>
          <a:prstGeom prst="roundRect">
            <a:avLst>
              <a:gd name="adj" fmla="val 5195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try { return await file.toBuffer(); } catch (error)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if (... error.code === FILE_TOO_LARGE_CODE)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throw new PayloadTooLargeException('A imagem deve ter no máximo 10MB.');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throw error;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UPLOAD DE IMAGEM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Só imagem: conferir os bytes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2"/>
          <p:cNvSpPr/>
          <p:nvPr/>
        </p:nvSpPr>
        <p:spPr>
          <a:xfrm>
            <a:off x="882360" y="1813680"/>
            <a:ext cx="10805760" cy="99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servidor não confia no Content-Type enviado.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 biblioteca sharp só abre imagens de verdade.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Se falhar, o arquivo é recusado com 415.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3"/>
          <p:cNvSpPr/>
          <p:nvPr/>
        </p:nvSpPr>
        <p:spPr>
          <a:xfrm>
            <a:off x="812880" y="3013560"/>
            <a:ext cx="10566000" cy="2222280"/>
          </a:xfrm>
          <a:prstGeom prst="roundRect">
            <a:avLst>
              <a:gd name="adj" fmla="val 4571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try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return await sharp(imagem).rotate().resize(resizeOptions).webp().toBuffer();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 catch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throw new DomainException(DOMAIN_EXCEPTION.IMAGEM.TIPO_INVALIDO.message,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cause: DOMAIN_EXCEPTION.IMAGEM.TIPO_INVALIDO.domainCode,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});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UPLOAD DE IMAGEM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Conversão para WebP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2"/>
          <p:cNvSpPr/>
          <p:nvPr/>
        </p:nvSpPr>
        <p:spPr>
          <a:xfrm>
            <a:off x="868320" y="1864440"/>
            <a:ext cx="10820160" cy="15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sharp também redimensiona a imagem.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Toda imagem vira WebP, um formato leve.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atributo accept no formulário é só uma dica visual.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Quem quiser contorna, por isso a conferência fica no servidor.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UPLOAD DE IMAGEM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StoragePort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2"/>
          <p:cNvSpPr/>
          <p:nvPr/>
        </p:nvSpPr>
        <p:spPr>
          <a:xfrm>
            <a:off x="869040" y="1813680"/>
            <a:ext cx="108194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Contrato de armazenamento: recebe a chave e os bytes.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Devolve a URL da imagem.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caso de uso não sabe onde a imagem fica.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3"/>
          <p:cNvSpPr/>
          <p:nvPr/>
        </p:nvSpPr>
        <p:spPr>
          <a:xfrm>
            <a:off x="812880" y="3070800"/>
            <a:ext cx="10566000" cy="2222280"/>
          </a:xfrm>
          <a:prstGeom prst="roundRect">
            <a:avLst>
              <a:gd name="adj" fmla="val 4571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export abstract class StoragePort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abstract upload(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key: string,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imagem: Buffer,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contentType: string,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): Promise&lt;string&gt;;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UPLOAD DE IMAGEM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Escolhendo o storage pelo .env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2"/>
          <p:cNvSpPr/>
          <p:nvPr/>
        </p:nvSpPr>
        <p:spPr>
          <a:xfrm>
            <a:off x="869040" y="1813680"/>
            <a:ext cx="1081944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STORAGE_PROVIDER=local: grava no disco, sem Docker. É o padrão.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STORAGE_PROVIDER=s3: envia para o S3 ou para o MinIO.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3"/>
          <p:cNvSpPr/>
          <p:nvPr/>
        </p:nvSpPr>
        <p:spPr>
          <a:xfrm>
            <a:off x="812880" y="2728080"/>
            <a:ext cx="10566000" cy="2488680"/>
          </a:xfrm>
          <a:prstGeom prst="roundRect">
            <a:avLst>
              <a:gd name="adj" fmla="val 4082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provide: StoragePort,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inject: [ConfigService],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useFactory: (configService: ConfigService) =&gt;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configService.get('storage.provider') === 's3'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  ? new S3StorageAdapter(configService)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  : new LocalStorageAdapter(),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UPLOAD DE IMAGEM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LocalStorageAdapter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2"/>
          <p:cNvSpPr/>
          <p:nvPr/>
        </p:nvSpPr>
        <p:spPr>
          <a:xfrm>
            <a:off x="869040" y="1838880"/>
            <a:ext cx="108194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Grava a imagem na pasta uploads/.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Devolve uma URL relativa.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Nest serve essa pasta como arquivo estático.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3"/>
          <p:cNvSpPr/>
          <p:nvPr/>
        </p:nvSpPr>
        <p:spPr>
          <a:xfrm>
            <a:off x="812880" y="3121560"/>
            <a:ext cx="10566000" cy="1422000"/>
          </a:xfrm>
          <a:prstGeom prst="roundRect">
            <a:avLst>
              <a:gd name="adj" fmla="val 7143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path = join(UPLOADS_ROOT, key);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await mkdir(dirname(path), { recursive: true });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await writeFile(path, imagem);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return `/uploads/${key}`;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UPLOAD DE IMAGEM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S3StorageAdapter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 2"/>
          <p:cNvSpPr/>
          <p:nvPr/>
        </p:nvSpPr>
        <p:spPr>
          <a:xfrm>
            <a:off x="882360" y="1813680"/>
            <a:ext cx="10805760" cy="99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Usa o SDK da AWS.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forcePathStyle: true é necessário para o MinIO.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Se o envio falhar, a resposta é 502.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3"/>
          <p:cNvSpPr/>
          <p:nvPr/>
        </p:nvSpPr>
        <p:spPr>
          <a:xfrm>
            <a:off x="812880" y="3013560"/>
            <a:ext cx="10566000" cy="2488680"/>
          </a:xfrm>
          <a:prstGeom prst="roundRect">
            <a:avLst>
              <a:gd name="adj" fmla="val 4082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await this.client.send(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new PutObjectCommand({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Bucket: this.bucket,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Key: key,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Body: imagem,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ContentType: contentType,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}),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UPLOAD DE IMAGEM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A rota da foto de perfil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 2"/>
          <p:cNvSpPr/>
          <p:nvPr/>
        </p:nvSpPr>
        <p:spPr>
          <a:xfrm>
            <a:off x="882360" y="1813680"/>
            <a:ext cx="10805760" cy="99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PUT /usuarios/me/imagem-perfil, protegida pelo guard global.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id do usuário vem do token.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controller lê o arquivo e entrega os bytes ao caso de uso.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3"/>
          <p:cNvSpPr/>
          <p:nvPr/>
        </p:nvSpPr>
        <p:spPr>
          <a:xfrm>
            <a:off x="812880" y="3013560"/>
            <a:ext cx="10566000" cy="2488680"/>
          </a:xfrm>
          <a:prstGeom prst="roundRect">
            <a:avLst>
              <a:gd name="adj" fmla="val 4082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@Put('me/imagem-perfil')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public async atualizarImagemPerfil(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@CurrentUser() usuario: UsuarioAutenticadoDto,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@Req() request: FastifyRequest,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)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const imagem = request.isMultipart() ? await request.file() : undefined;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...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UPLOAD DE IMAGEM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O caso de uso da foto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2"/>
          <p:cNvSpPr/>
          <p:nvPr/>
        </p:nvSpPr>
        <p:spPr>
          <a:xfrm>
            <a:off x="882360" y="1813680"/>
            <a:ext cx="10805760" cy="99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Converte a imagem para WebP de 512 por 512.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Envia pelo StoragePort.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Date.now() na chave evita mostrar a foto antiga em cache.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3"/>
          <p:cNvSpPr/>
          <p:nvPr/>
        </p:nvSpPr>
        <p:spPr>
          <a:xfrm>
            <a:off x="812880" y="3013560"/>
            <a:ext cx="10566000" cy="2222280"/>
          </a:xfrm>
          <a:prstGeom prst="roundRect">
            <a:avLst>
              <a:gd name="adj" fmla="val 4571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imagemWebp = await convertImagemToWebp(imagem, PERFIL_RESIZE);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imagemPerfilUrl = await this.storagePort.upload(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`usuarios/${usuarioId}/perfil-${Date.now()}.webp`,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imagemWebp,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'image/webp',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await this.usuarioRepository.updateImagemPerfilUrl(usuarioId, imagemPerfilUrl);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UPLOAD DE IMAGEM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Recorte com CropperJS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 2"/>
          <p:cNvSpPr/>
          <p:nvPr/>
        </p:nvSpPr>
        <p:spPr>
          <a:xfrm>
            <a:off x="869040" y="1813680"/>
            <a:ext cx="108194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CropperJS mostra a imagem com proporção quadrada.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recorte vira um arquivo de 512 por 512.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arquivo segue para a API como FormData.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 3"/>
          <p:cNvSpPr/>
          <p:nvPr/>
        </p:nvSpPr>
        <p:spPr>
          <a:xfrm>
            <a:off x="812880" y="3070800"/>
            <a:ext cx="10566000" cy="1422000"/>
          </a:xfrm>
          <a:prstGeom prst="roundRect">
            <a:avLst>
              <a:gd name="adj" fmla="val 7143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cropper = new Cropper(cropperImage.value, { aspectRatio: 1, viewMode: 1 });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canvas = cropper.getCroppedCanvas({ width: 512, height: 512 });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formData.append('imagem', imagem, 'perfil.png');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{ data } = await api.put('/usuarios/me/imagem-perfil', formData);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UPLOAD DE IMAGEM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O servidor não confia no front-end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 2"/>
          <p:cNvSpPr/>
          <p:nvPr/>
        </p:nvSpPr>
        <p:spPr>
          <a:xfrm>
            <a:off x="861120" y="1864440"/>
            <a:ext cx="10827000" cy="12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recorte é conforto para quem usa o sistema.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servidor valida e converte tudo de novo.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Segurança nunca fica só no cliente.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title"/>
          </p:nvPr>
        </p:nvSpPr>
        <p:spPr>
          <a:xfrm>
            <a:off x="812880" y="2152800"/>
            <a:ext cx="10883160" cy="66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504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Endereço e cache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 1"/>
          <p:cNvSpPr/>
          <p:nvPr/>
        </p:nvSpPr>
        <p:spPr>
          <a:xfrm>
            <a:off x="812880" y="3046680"/>
            <a:ext cx="1088316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9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CDD6"/>
                </a:solidFill>
                <a:effectLst/>
                <a:uFillTx/>
                <a:latin typeface="Arial"/>
                <a:ea typeface="Arial"/>
              </a:rPr>
              <a:t>Vamos consultar o endereço pelo CEP no ViaCEP e guardar as respostas num cache.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 2"/>
          <p:cNvSpPr/>
          <p:nvPr/>
        </p:nvSpPr>
        <p:spPr>
          <a:xfrm>
            <a:off x="882360" y="3669120"/>
            <a:ext cx="10805760" cy="10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721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Serviço externo atrás de um port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721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CachePort: memória ou Redis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721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Padrão Cache-Aside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ENDEREÇO E CACHE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ViaCEP atrás de um port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2"/>
          <p:cNvSpPr/>
          <p:nvPr/>
        </p:nvSpPr>
        <p:spPr>
          <a:xfrm>
            <a:off x="882360" y="1813680"/>
            <a:ext cx="10805760" cy="99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ViaCepAdapter implementa o CepProviderPort.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CEP inexistente vira null.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Rede fora do ar vira erro de serviço indisponível: 502.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3"/>
          <p:cNvSpPr/>
          <p:nvPr/>
        </p:nvSpPr>
        <p:spPr>
          <a:xfrm>
            <a:off x="812880" y="3013560"/>
            <a:ext cx="10566000" cy="2755440"/>
          </a:xfrm>
          <a:prstGeom prst="roundRect">
            <a:avLst>
              <a:gd name="adj" fmla="val 3687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viaCepEndereco = await this.getViaCepResponse(cep);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if (viaCepEndereco.erro)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return null;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return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cep,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cidade: viaCepEndereco.localidade || null,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...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ENDEREÇO E CACHE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CachePort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 2"/>
          <p:cNvSpPr/>
          <p:nvPr/>
        </p:nvSpPr>
        <p:spPr>
          <a:xfrm>
            <a:off x="869040" y="1838880"/>
            <a:ext cx="108194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Contrato mínimo: get e set.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Classe abstrata, usada como token de injeção.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Sem expiração e sem invalidação.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 3"/>
          <p:cNvSpPr/>
          <p:nvPr/>
        </p:nvSpPr>
        <p:spPr>
          <a:xfrm>
            <a:off x="812880" y="3121560"/>
            <a:ext cx="10566000" cy="1422000"/>
          </a:xfrm>
          <a:prstGeom prst="roundRect">
            <a:avLst>
              <a:gd name="adj" fmla="val 7143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export abstract class CachePort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abstract get&lt;T&gt;(key: string): Promise&lt;T | null&gt;;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abstract set&lt;T&gt;(key: string, value: T): Promise&lt;void&gt;;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ENDEREÇO E CACHE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Dois adapters para o CachePort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8" name="Shape 2"/>
          <p:cNvSpPr/>
          <p:nvPr/>
        </p:nvSpPr>
        <p:spPr>
          <a:xfrm>
            <a:off x="816120" y="1867320"/>
            <a:ext cx="5175000" cy="1465560"/>
          </a:xfrm>
          <a:prstGeom prst="roundRect">
            <a:avLst>
              <a:gd name="adj" fmla="val 6714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 3"/>
          <p:cNvSpPr/>
          <p:nvPr/>
        </p:nvSpPr>
        <p:spPr>
          <a:xfrm>
            <a:off x="1046880" y="2098440"/>
            <a:ext cx="4854600" cy="3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79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MapCacheAdapter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 4"/>
          <p:cNvSpPr/>
          <p:nvPr/>
        </p:nvSpPr>
        <p:spPr>
          <a:xfrm>
            <a:off x="1046880" y="2476800"/>
            <a:ext cx="4854600" cy="65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66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74D5B"/>
                </a:solidFill>
                <a:effectLst/>
                <a:uFillTx/>
                <a:latin typeface="Arial"/>
                <a:ea typeface="Arial"/>
              </a:rPr>
              <a:t>Guarda num Map na memória. Não precisa instalar nada. Some ao reiniciar.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Shape 5"/>
          <p:cNvSpPr/>
          <p:nvPr/>
        </p:nvSpPr>
        <p:spPr>
          <a:xfrm>
            <a:off x="6200640" y="1867320"/>
            <a:ext cx="5175000" cy="1465560"/>
          </a:xfrm>
          <a:prstGeom prst="roundRect">
            <a:avLst>
              <a:gd name="adj" fmla="val 6714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6"/>
          <p:cNvSpPr/>
          <p:nvPr/>
        </p:nvSpPr>
        <p:spPr>
          <a:xfrm>
            <a:off x="6431400" y="2098440"/>
            <a:ext cx="4854600" cy="3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79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RedisCacheAdapter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 7"/>
          <p:cNvSpPr/>
          <p:nvPr/>
        </p:nvSpPr>
        <p:spPr>
          <a:xfrm>
            <a:off x="6431400" y="2476800"/>
            <a:ext cx="4854600" cy="65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66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74D5B"/>
                </a:solidFill>
                <a:effectLst/>
                <a:uFillTx/>
                <a:latin typeface="Arial"/>
                <a:ea typeface="Arial"/>
              </a:rPr>
              <a:t>Guarda no Redis. Sobrevive a reinícios e pode ser compartilhado.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8"/>
          <p:cNvSpPr/>
          <p:nvPr/>
        </p:nvSpPr>
        <p:spPr>
          <a:xfrm>
            <a:off x="812880" y="3616200"/>
            <a:ext cx="1088316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611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 variável CACHE_PROVIDER, no .env, escolhe o adapter.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ENDEREÇO E CACHE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Cache-Aside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2"/>
          <p:cNvSpPr/>
          <p:nvPr/>
        </p:nvSpPr>
        <p:spPr>
          <a:xfrm>
            <a:off x="861120" y="1864440"/>
            <a:ext cx="10827000" cy="165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 aplicação lê o cache primeiro.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Se não achou, busca na fonte.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Depois guarda o resultado no cache.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É como anotar um telefone na agenda para a próxima vez.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ENDEREÇO E CACHE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O caminho de um CEP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2"/>
          <p:cNvSpPr/>
          <p:nvPr/>
        </p:nvSpPr>
        <p:spPr>
          <a:xfrm>
            <a:off x="816120" y="1842120"/>
            <a:ext cx="1134360" cy="595800"/>
          </a:xfrm>
          <a:prstGeom prst="roundRect">
            <a:avLst>
              <a:gd name="adj" fmla="val 16510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ts val="2659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Cache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 3"/>
          <p:cNvSpPr/>
          <p:nvPr/>
        </p:nvSpPr>
        <p:spPr>
          <a:xfrm>
            <a:off x="2106360" y="1944720"/>
            <a:ext cx="334800" cy="4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081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 4"/>
          <p:cNvSpPr/>
          <p:nvPr/>
        </p:nvSpPr>
        <p:spPr>
          <a:xfrm>
            <a:off x="2541240" y="1842120"/>
            <a:ext cx="1147680" cy="595800"/>
          </a:xfrm>
          <a:prstGeom prst="roundRect">
            <a:avLst>
              <a:gd name="adj" fmla="val 16510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ts val="2659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Banco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Text 5"/>
          <p:cNvSpPr/>
          <p:nvPr/>
        </p:nvSpPr>
        <p:spPr>
          <a:xfrm>
            <a:off x="3844800" y="1944720"/>
            <a:ext cx="334800" cy="4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081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 6"/>
          <p:cNvSpPr/>
          <p:nvPr/>
        </p:nvSpPr>
        <p:spPr>
          <a:xfrm>
            <a:off x="4276800" y="1844280"/>
            <a:ext cx="1259640" cy="591480"/>
          </a:xfrm>
          <a:prstGeom prst="roundRect">
            <a:avLst>
              <a:gd name="adj" fmla="val 17168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ts val="2659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ViaCEP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7"/>
          <p:cNvSpPr/>
          <p:nvPr/>
        </p:nvSpPr>
        <p:spPr>
          <a:xfrm>
            <a:off x="869040" y="2695320"/>
            <a:ext cx="10819440" cy="13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Cache: procura pela chave endereco:88015100.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Banco: procura na tabela endereco.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ViaCEP: só para um CEP nunca visto.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resultado vai para o banco e para o cache.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ENDEREÇO E CACHE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O ganho do cache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8" name="Shape 2"/>
          <p:cNvSpPr/>
          <p:nvPr/>
        </p:nvSpPr>
        <p:spPr>
          <a:xfrm>
            <a:off x="816120" y="1892880"/>
            <a:ext cx="3396960" cy="1649880"/>
          </a:xfrm>
          <a:prstGeom prst="roundRect">
            <a:avLst>
              <a:gd name="adj" fmla="val 5965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 3"/>
          <p:cNvSpPr/>
          <p:nvPr/>
        </p:nvSpPr>
        <p:spPr>
          <a:xfrm>
            <a:off x="1046880" y="2123640"/>
            <a:ext cx="30232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4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460 ms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 4"/>
          <p:cNvSpPr/>
          <p:nvPr/>
        </p:nvSpPr>
        <p:spPr>
          <a:xfrm>
            <a:off x="1046880" y="2707920"/>
            <a:ext cx="31629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381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74D5B"/>
                </a:solidFill>
                <a:effectLst/>
                <a:uFillTx/>
                <a:latin typeface="Arial"/>
                <a:ea typeface="Arial"/>
              </a:rPr>
              <a:t>Primeira consulta, no ViaCEP.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Shape 5"/>
          <p:cNvSpPr/>
          <p:nvPr/>
        </p:nvSpPr>
        <p:spPr>
          <a:xfrm>
            <a:off x="4397400" y="1892880"/>
            <a:ext cx="3396960" cy="1649880"/>
          </a:xfrm>
          <a:prstGeom prst="roundRect">
            <a:avLst>
              <a:gd name="adj" fmla="val 5965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6"/>
          <p:cNvSpPr/>
          <p:nvPr/>
        </p:nvSpPr>
        <p:spPr>
          <a:xfrm>
            <a:off x="4628160" y="2123640"/>
            <a:ext cx="30232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4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11 ms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Text 7"/>
          <p:cNvSpPr/>
          <p:nvPr/>
        </p:nvSpPr>
        <p:spPr>
          <a:xfrm>
            <a:off x="4628160" y="2707920"/>
            <a:ext cx="3023280" cy="62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381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74D5B"/>
                </a:solidFill>
                <a:effectLst/>
                <a:uFillTx/>
                <a:latin typeface="Arial"/>
                <a:ea typeface="Arial"/>
              </a:rPr>
              <a:t>Instância nova, cache vazio, no banco.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Shape 8"/>
          <p:cNvSpPr/>
          <p:nvPr/>
        </p:nvSpPr>
        <p:spPr>
          <a:xfrm>
            <a:off x="7978680" y="1892880"/>
            <a:ext cx="3396960" cy="1649880"/>
          </a:xfrm>
          <a:prstGeom prst="roundRect">
            <a:avLst>
              <a:gd name="adj" fmla="val 5965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 9"/>
          <p:cNvSpPr/>
          <p:nvPr/>
        </p:nvSpPr>
        <p:spPr>
          <a:xfrm>
            <a:off x="8209440" y="2123640"/>
            <a:ext cx="30232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4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1 ms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 10"/>
          <p:cNvSpPr/>
          <p:nvPr/>
        </p:nvSpPr>
        <p:spPr>
          <a:xfrm>
            <a:off x="8209440" y="2707920"/>
            <a:ext cx="3023280" cy="62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381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74D5B"/>
                </a:solidFill>
                <a:effectLst/>
                <a:uFillTx/>
                <a:latin typeface="Arial"/>
                <a:ea typeface="Arial"/>
              </a:rPr>
              <a:t>Segunda consulta, no cache em memória.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11"/>
          <p:cNvSpPr/>
          <p:nvPr/>
        </p:nvSpPr>
        <p:spPr>
          <a:xfrm>
            <a:off x="812880" y="3850920"/>
            <a:ext cx="10883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66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Valores medidos no ensaio, numa máquina de desenvolvimento.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ENDEREÇO E CACHE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Cache-Aside no código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2"/>
          <p:cNvSpPr/>
          <p:nvPr/>
        </p:nvSpPr>
        <p:spPr>
          <a:xfrm>
            <a:off x="882360" y="1813680"/>
            <a:ext cx="10805760" cy="99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operador ?? encadeia as fontes: banco primeiro.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ViaCEP só entra se o banco devolver null.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No fim, o resultado vai para o cache.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 3"/>
          <p:cNvSpPr/>
          <p:nvPr/>
        </p:nvSpPr>
        <p:spPr>
          <a:xfrm>
            <a:off x="812880" y="3013560"/>
            <a:ext cx="10566000" cy="2488680"/>
          </a:xfrm>
          <a:prstGeom prst="roundRect">
            <a:avLst>
              <a:gd name="adj" fmla="val 4082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cachedEndereco = await this.cachePort.get&lt;EnderecoDto&gt;(cacheKey);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if (cachedEndereco)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return cachedEndereco;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endereco =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(await this.enderecoRepository.getEnderecoByCep(cep)) ??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(await this.saveEnderecoFromCepProvider(cep));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await this.cachePort.set(cacheKey, endereco);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ENDEREÇO E CACHE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O cadastro reaproveita o caso de uso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 2"/>
          <p:cNvSpPr/>
          <p:nvPr/>
        </p:nvSpPr>
        <p:spPr>
          <a:xfrm>
            <a:off x="869040" y="1838880"/>
            <a:ext cx="108194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Com CEP informado, o cadastro chama o caso de uso de CEP.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usuário guarda só o endereco_id.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Mesmo CEP, mesma linha da tabela endereco.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 3"/>
          <p:cNvSpPr/>
          <p:nvPr/>
        </p:nvSpPr>
        <p:spPr>
          <a:xfrm>
            <a:off x="812880" y="3121560"/>
            <a:ext cx="10566000" cy="1155240"/>
          </a:xfrm>
          <a:prstGeom prst="roundRect">
            <a:avLst>
              <a:gd name="adj" fmla="val 8791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enderecoId = dados.cep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? (await this.getEnderecoByCepUsecase.execute(dados.cep)).id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: null;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laceHolder 1"/>
          <p:cNvSpPr>
            <a:spLocks noGrp="1"/>
          </p:cNvSpPr>
          <p:nvPr>
            <p:ph type="title"/>
          </p:nvPr>
        </p:nvSpPr>
        <p:spPr>
          <a:xfrm>
            <a:off x="812880" y="2152800"/>
            <a:ext cx="10883160" cy="66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504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Publicações e comentários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7" name="Text 1"/>
          <p:cNvSpPr/>
          <p:nvPr/>
        </p:nvSpPr>
        <p:spPr>
          <a:xfrm>
            <a:off x="812880" y="3046680"/>
            <a:ext cx="1088316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9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CDD6"/>
                </a:solidFill>
                <a:effectLst/>
                <a:uFillTx/>
                <a:latin typeface="Arial"/>
                <a:ea typeface="Arial"/>
              </a:rPr>
              <a:t>Vamos criar publicações com imagem, montar o feed e comentar.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8" name="Text 2"/>
          <p:cNvSpPr/>
          <p:nvPr/>
        </p:nvSpPr>
        <p:spPr>
          <a:xfrm>
            <a:off x="882360" y="3669120"/>
            <a:ext cx="10805760" cy="10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721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Publicação com imagem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721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Feed paginado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721"/>
              </a:lnSpc>
              <a:buClr>
                <a:srgbClr val="FFB4C2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FFB4C2"/>
                </a:solidFill>
                <a:effectLst/>
                <a:uFillTx/>
                <a:latin typeface="Arial"/>
                <a:ea typeface="Arial"/>
              </a:rPr>
              <a:t>Comentários e exclusão só pelo autor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PUBLICAÇÕES E COMENTÁRIOS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A publicação reaproveita o upload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 2"/>
          <p:cNvSpPr/>
          <p:nvPr/>
        </p:nvSpPr>
        <p:spPr>
          <a:xfrm>
            <a:off x="882360" y="1813680"/>
            <a:ext cx="10805760" cy="67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Mesmo StoragePort e mesma conversão para WebP.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Só muda o tamanho: até 1080 por 1080.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3"/>
          <p:cNvSpPr/>
          <p:nvPr/>
        </p:nvSpPr>
        <p:spPr>
          <a:xfrm>
            <a:off x="812880" y="2689920"/>
            <a:ext cx="10566000" cy="2488680"/>
          </a:xfrm>
          <a:prstGeom prst="roundRect">
            <a:avLst>
              <a:gd name="adj" fmla="val 4082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private async uploadImagem(usuarioId: string, imagem: Buffer): Promise&lt;string&gt;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const imagemWebp = await convertImagemToWebp(imagem, PUBLICACAO_RESIZE);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return this.storagePort.upload(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`publicacoes/${usuarioId}/${Date.now()}.webp`,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imagemWebp,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'image/webp',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PUBLICAÇÕES E COMENTÁRIOS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Regras da publicação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5" name="Text 2"/>
          <p:cNvSpPr/>
          <p:nvPr/>
        </p:nvSpPr>
        <p:spPr>
          <a:xfrm>
            <a:off x="861120" y="1864440"/>
            <a:ext cx="10827000" cy="165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Precisa ter texto ou imagem.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texto tem um tamanho máximo.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Os dois erros são de domínio.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Sucesso: 201 com o header Location.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PUBLICAÇÕES E COMENTÁRIOS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Feed paginado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 2"/>
          <p:cNvSpPr/>
          <p:nvPr/>
        </p:nvSpPr>
        <p:spPr>
          <a:xfrm>
            <a:off x="882360" y="1813680"/>
            <a:ext cx="10805760" cy="99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LIMIT diz quantos itens, e OFFSET diz quantos pular.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Mais novas primeiro, e o id desempata.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 página começa em 1.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Text 3"/>
          <p:cNvSpPr/>
          <p:nvPr/>
        </p:nvSpPr>
        <p:spPr>
          <a:xfrm>
            <a:off x="812880" y="3013560"/>
            <a:ext cx="10566000" cy="2488680"/>
          </a:xfrm>
          <a:prstGeom prst="roundRect">
            <a:avLst>
              <a:gd name="adj" fmla="val 4082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FROM publicacao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JOIN usuario AS autor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ON autor.id = publicacao.usuario_id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AND autor.deleted_at IS NULL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WHERE publicacao.deleted_at IS NULL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ORDER BY publicacao.created_at DESC, publicacao.id DESC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LIMIT $2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OFFSET ($1 - 1) * $2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PUBLICAÇÕES E COMENTÁRIOS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O que fica fora do feed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22" name="Text 2"/>
          <p:cNvSpPr/>
          <p:nvPr/>
        </p:nvSpPr>
        <p:spPr>
          <a:xfrm>
            <a:off x="861120" y="1864440"/>
            <a:ext cx="10827000" cy="12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Publicações excluídas: o SQL filtra deleted_at.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Autores excluídos também ficam de fora.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Página e tamanho vão por bind, nunca no texto do SQL.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PUBLICAÇÕES E COMENTÁRIOS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Comentar numa só ida ao banco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2"/>
          <p:cNvSpPr/>
          <p:nvPr/>
        </p:nvSpPr>
        <p:spPr>
          <a:xfrm>
            <a:off x="882360" y="1813680"/>
            <a:ext cx="10805760" cy="99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INSERT ... SELECT só insere se a publicação existir.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Se nada for inserido, a publicação não foi encontrada.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Evita checar e inserir em dois passos separados.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Text 3"/>
          <p:cNvSpPr/>
          <p:nvPr/>
        </p:nvSpPr>
        <p:spPr>
          <a:xfrm>
            <a:off x="812880" y="3013560"/>
            <a:ext cx="10566000" cy="2488680"/>
          </a:xfrm>
          <a:prstGeom prst="roundRect">
            <a:avLst>
              <a:gd name="adj" fmla="val 4082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WITH comentario_criado AS (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INSERT INTO comentario (publicacao_id, usuario_id, conteudo)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SELECT publicacao.id, $2, $3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FROM publicacao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WHERE publicacao.id = $1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  AND publicacao.deleted_at IS NULL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RETURNING id, publicacao_id, usuario_id, conteudo, created_at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PUBLICAÇÕES E COMENTÁRIOS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Listar comentários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 2"/>
          <p:cNvSpPr/>
          <p:nvPr/>
        </p:nvSpPr>
        <p:spPr>
          <a:xfrm>
            <a:off x="861120" y="1864440"/>
            <a:ext cx="10827000" cy="12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caso de uso confere se a publicação existe.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Assim não devolve uma lista vazia enganosa.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920" indent="-205920" defTabSz="914400">
              <a:lnSpc>
                <a:spcPts val="3200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Ordem: do mais antigo ao mais novo.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PUBLICAÇÕES E COMENTÁRIOS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OwnershipGuard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 2"/>
          <p:cNvSpPr/>
          <p:nvPr/>
        </p:nvSpPr>
        <p:spPr>
          <a:xfrm>
            <a:off x="869040" y="1813680"/>
            <a:ext cx="108194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Busca o autor da publicação.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Compara com o id que vem do token.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0" indent="-198000" defTabSz="914400">
              <a:lnSpc>
                <a:spcPts val="270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Publicação inexistente: 404. Autor diferente: 403.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 3"/>
          <p:cNvSpPr/>
          <p:nvPr/>
        </p:nvSpPr>
        <p:spPr>
          <a:xfrm>
            <a:off x="812880" y="3070800"/>
            <a:ext cx="10566000" cy="2222280"/>
          </a:xfrm>
          <a:prstGeom prst="roundRect">
            <a:avLst>
              <a:gd name="adj" fmla="val 4571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const autorId = await this.publicacaoRepository.getAutorIdById(Number(publicacaoId));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if (!autorId)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throw new NotFoundException(...);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if (autorId !== request.usuario.sub) {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  throw new ForbiddenException('Só quem publicou pode excluir.');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PUBLICAÇÕES E COMENTÁRIOS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Exclusão lógica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 2"/>
          <p:cNvSpPr/>
          <p:nvPr/>
        </p:nvSpPr>
        <p:spPr>
          <a:xfrm>
            <a:off x="868320" y="1864440"/>
            <a:ext cx="10820160" cy="15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Um UPDATE preenche a coluna deleted_at.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 linha continua no banco.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 regra de quem pode excluir fica no guard.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caso de uso só executa a exclusão.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EXTRA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Amizades: só para ler o código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 2"/>
          <p:cNvSpPr/>
          <p:nvPr/>
        </p:nvSpPr>
        <p:spPr>
          <a:xfrm>
            <a:off x="812880" y="1813680"/>
            <a:ext cx="1088316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755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Vamos ler o código das amizades na branch extra-amizades.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3"/>
          <p:cNvSpPr/>
          <p:nvPr/>
        </p:nvSpPr>
        <p:spPr>
          <a:xfrm>
            <a:off x="882360" y="2391840"/>
            <a:ext cx="10805760" cy="99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Solicitar, aceitar e recusar.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Mesmo padrão dos outros módulos.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4320" indent="-184320" defTabSz="914400">
              <a:lnSpc>
                <a:spcPts val="2551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Só back-end, sem tela.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Text 4"/>
          <p:cNvSpPr/>
          <p:nvPr/>
        </p:nvSpPr>
        <p:spPr>
          <a:xfrm>
            <a:off x="812880" y="3592080"/>
            <a:ext cx="10566000" cy="888480"/>
          </a:xfrm>
          <a:prstGeom prst="roundRect">
            <a:avLst>
              <a:gd name="adj" fmla="val 11429"/>
            </a:avLst>
          </a:prstGeom>
          <a:solidFill>
            <a:srgbClr val="1517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47960" rIns="0" bIns="12276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git switch extra-amizades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4F1EA"/>
                </a:solidFill>
                <a:effectLst/>
                <a:uFillTx/>
                <a:latin typeface="Courier New"/>
                <a:ea typeface="Courier New"/>
              </a:rPr>
              <a:t>git diff main extra-amizades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EXTRA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As três rotas de amizade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4" name="Shape 2"/>
          <p:cNvSpPr/>
          <p:nvPr/>
        </p:nvSpPr>
        <p:spPr>
          <a:xfrm>
            <a:off x="816120" y="1867320"/>
            <a:ext cx="10559520" cy="610920"/>
          </a:xfrm>
          <a:prstGeom prst="roundRect">
            <a:avLst>
              <a:gd name="adj" fmla="val 16099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3"/>
          <p:cNvSpPr/>
          <p:nvPr/>
        </p:nvSpPr>
        <p:spPr>
          <a:xfrm>
            <a:off x="1046880" y="2030760"/>
            <a:ext cx="497052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5171F"/>
                </a:solidFill>
                <a:effectLst/>
                <a:uFillTx/>
                <a:latin typeface="Courier New"/>
                <a:ea typeface="Courier New"/>
              </a:rPr>
              <a:t>POST /amizades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Text 4"/>
          <p:cNvSpPr/>
          <p:nvPr/>
        </p:nvSpPr>
        <p:spPr>
          <a:xfrm>
            <a:off x="6076080" y="2022120"/>
            <a:ext cx="217332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381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74D5B"/>
                </a:solidFill>
                <a:effectLst/>
                <a:uFillTx/>
                <a:latin typeface="Arial"/>
                <a:ea typeface="Arial"/>
              </a:rPr>
              <a:t>Solicita a amizade.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Shape 5"/>
          <p:cNvSpPr/>
          <p:nvPr/>
        </p:nvSpPr>
        <p:spPr>
          <a:xfrm>
            <a:off x="816120" y="2612160"/>
            <a:ext cx="10559520" cy="610920"/>
          </a:xfrm>
          <a:prstGeom prst="roundRect">
            <a:avLst>
              <a:gd name="adj" fmla="val 16099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Text 6"/>
          <p:cNvSpPr/>
          <p:nvPr/>
        </p:nvSpPr>
        <p:spPr>
          <a:xfrm>
            <a:off x="1046880" y="2775600"/>
            <a:ext cx="497052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5171F"/>
                </a:solidFill>
                <a:effectLst/>
                <a:uFillTx/>
                <a:latin typeface="Courier New"/>
                <a:ea typeface="Courier New"/>
              </a:rPr>
              <a:t>POST /amizades/:id/aceitar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 7"/>
          <p:cNvSpPr/>
          <p:nvPr/>
        </p:nvSpPr>
        <p:spPr>
          <a:xfrm>
            <a:off x="6076080" y="2766960"/>
            <a:ext cx="228852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381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74D5B"/>
                </a:solidFill>
                <a:effectLst/>
                <a:uFillTx/>
                <a:latin typeface="Arial"/>
                <a:ea typeface="Arial"/>
              </a:rPr>
              <a:t>Aceita a solicitação.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Shape 8"/>
          <p:cNvSpPr/>
          <p:nvPr/>
        </p:nvSpPr>
        <p:spPr>
          <a:xfrm>
            <a:off x="816120" y="3357000"/>
            <a:ext cx="10559520" cy="610920"/>
          </a:xfrm>
          <a:prstGeom prst="roundRect">
            <a:avLst>
              <a:gd name="adj" fmla="val 16099"/>
            </a:avLst>
          </a:prstGeom>
          <a:solidFill>
            <a:srgbClr val="FDFCF8"/>
          </a:solidFill>
          <a:ln w="6350">
            <a:solidFill>
              <a:srgbClr val="E2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Text 9"/>
          <p:cNvSpPr/>
          <p:nvPr/>
        </p:nvSpPr>
        <p:spPr>
          <a:xfrm>
            <a:off x="1046880" y="3520440"/>
            <a:ext cx="497052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5171F"/>
                </a:solidFill>
                <a:effectLst/>
                <a:uFillTx/>
                <a:latin typeface="Courier New"/>
                <a:ea typeface="Courier New"/>
              </a:rPr>
              <a:t>POST /amizades/:id/recusar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Text 10"/>
          <p:cNvSpPr/>
          <p:nvPr/>
        </p:nvSpPr>
        <p:spPr>
          <a:xfrm>
            <a:off x="6076080" y="3511440"/>
            <a:ext cx="244692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381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74D5B"/>
                </a:solidFill>
                <a:effectLst/>
                <a:uFillTx/>
                <a:latin typeface="Arial"/>
                <a:ea typeface="Arial"/>
              </a:rPr>
              <a:t>Recusa a solicitação.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EXTRA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As regras das amizades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55" name="Table 0"/>
          <p:cNvGraphicFramePr/>
          <p:nvPr/>
        </p:nvGraphicFramePr>
        <p:xfrm>
          <a:off x="823320" y="1874880"/>
          <a:ext cx="10555200" cy="2319480"/>
        </p:xfrm>
        <a:graphic>
          <a:graphicData uri="http://schemas.openxmlformats.org/drawingml/2006/table">
            <a:tbl>
              <a:tblPr/>
              <a:tblGrid>
                <a:gridCol w="7599960"/>
                <a:gridCol w="2955240"/>
              </a:tblGrid>
              <a:tr h="463680">
                <a:tc>
                  <a:txBody>
                    <a:bodyPr lIns="75240" tIns="75240" rIns="75240" bIns="75240" anchor="t">
                      <a:noAutofit/>
                    </a:bodyPr>
                    <a:p>
                      <a:pPr defTabSz="914400">
                        <a:lnSpc>
                          <a:spcPts val="2381"/>
                        </a:lnSpc>
                        <a:tabLst>
                          <a:tab pos="0" algn="l"/>
                        </a:tabLst>
                      </a:pPr>
                      <a:r>
                        <a:rPr lang="en-US" sz="1700" b="1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Situação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240" marR="75240" marT="75240" marB="7524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B6B4AF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B6B4AF"/>
                      </a:solidFill>
                      <a:prstDash val="solid"/>
                    </a:lnB>
                    <a:solidFill>
                      <a:srgbClr val="E4E1DB"/>
                    </a:solidFill>
                  </a:tcPr>
                </a:tc>
                <a:tc>
                  <a:txBody>
                    <a:bodyPr lIns="75240" tIns="75240" rIns="75240" bIns="75240" anchor="t">
                      <a:noAutofit/>
                    </a:bodyPr>
                    <a:p>
                      <a:pPr defTabSz="914400">
                        <a:lnSpc>
                          <a:spcPts val="2381"/>
                        </a:lnSpc>
                        <a:tabLst>
                          <a:tab pos="0" algn="l"/>
                        </a:tabLst>
                      </a:pPr>
                      <a:r>
                        <a:rPr lang="en-US" sz="1700" b="1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Resposta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240" marR="75240" marT="75240" marB="75240">
                    <a:lnL w="12240">
                      <a:solidFill>
                        <a:srgbClr val="B6B4AF"/>
                      </a:solidFill>
                      <a:prstDash val="solid"/>
                    </a:lnL>
                    <a:lnR w="12240">
                      <a:solidFill>
                        <a:srgbClr val="B6B4AF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B6B4AF"/>
                      </a:solidFill>
                      <a:prstDash val="solid"/>
                    </a:lnB>
                    <a:solidFill>
                      <a:srgbClr val="E4E1DB"/>
                    </a:solidFill>
                  </a:tcPr>
                </a:tc>
              </a:tr>
              <a:tr h="463680">
                <a:tc>
                  <a:txBody>
                    <a:bodyPr lIns="75240" tIns="75240" rIns="75240" bIns="75240" anchor="t">
                      <a:noAutofit/>
                    </a:bodyPr>
                    <a:p>
                      <a:pPr defTabSz="914400">
                        <a:lnSpc>
                          <a:spcPts val="2381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Solicitar amizade a si mesmo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240" marR="75240" marT="75240" marB="7524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B6B4AF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240" tIns="75240" rIns="75240" bIns="75240" anchor="t">
                      <a:noAutofit/>
                    </a:bodyPr>
                    <a:p>
                      <a:pPr defTabSz="914400">
                        <a:lnSpc>
                          <a:spcPts val="2381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400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240" marR="75240" marT="75240" marB="7524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B6B4AF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</a:tr>
              <a:tr h="463680">
                <a:tc>
                  <a:txBody>
                    <a:bodyPr lIns="75240" tIns="75240" rIns="75240" bIns="75240" anchor="t">
                      <a:noAutofit/>
                    </a:bodyPr>
                    <a:p>
                      <a:pPr defTabSz="914400">
                        <a:lnSpc>
                          <a:spcPts val="2381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 amizade já existe, em qualquer sentido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240" marR="75240" marT="75240" marB="7524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240" tIns="75240" rIns="75240" bIns="75240" anchor="t">
                      <a:noAutofit/>
                    </a:bodyPr>
                    <a:p>
                      <a:pPr defTabSz="914400">
                        <a:lnSpc>
                          <a:spcPts val="2381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409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240" marR="75240" marT="75240" marB="7524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</a:tr>
              <a:tr h="463680">
                <a:tc>
                  <a:txBody>
                    <a:bodyPr lIns="75240" tIns="75240" rIns="75240" bIns="75240" anchor="t">
                      <a:noAutofit/>
                    </a:bodyPr>
                    <a:p>
                      <a:pPr defTabSz="914400">
                        <a:lnSpc>
                          <a:spcPts val="2381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Quem pediu tenta responder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240" marR="75240" marT="75240" marB="7524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240" tIns="75240" rIns="75240" bIns="75240" anchor="t">
                      <a:noAutofit/>
                    </a:bodyPr>
                    <a:p>
                      <a:pPr defTabSz="914400">
                        <a:lnSpc>
                          <a:spcPts val="2381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403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240" marR="75240" marT="75240" marB="7524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</a:tr>
              <a:tr h="463680">
                <a:tc>
                  <a:txBody>
                    <a:bodyPr lIns="75240" tIns="75240" rIns="75240" bIns="75240" anchor="t">
                      <a:noAutofit/>
                    </a:bodyPr>
                    <a:p>
                      <a:pPr defTabSz="914400">
                        <a:lnSpc>
                          <a:spcPts val="2381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Responder uma amizade já respondida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240" marR="75240" marT="75240" marB="7524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240" tIns="75240" rIns="75240" bIns="75240" anchor="t">
                      <a:noAutofit/>
                    </a:bodyPr>
                    <a:p>
                      <a:pPr defTabSz="914400">
                        <a:lnSpc>
                          <a:spcPts val="2381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5171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409</a:t>
                      </a:r>
                      <a:endParaRPr lang="en-US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240" marR="75240" marT="75240" marB="75240">
                    <a:lnL w="12240">
                      <a:solidFill>
                        <a:srgbClr val="C4C2BC"/>
                      </a:solidFill>
                      <a:prstDash val="solid"/>
                    </a:lnL>
                    <a:lnR w="12240">
                      <a:solidFill>
                        <a:srgbClr val="C4C2BC"/>
                      </a:solidFill>
                      <a:prstDash val="solid"/>
                    </a:lnR>
                    <a:lnT w="12240">
                      <a:solidFill>
                        <a:srgbClr val="C4C2BC"/>
                      </a:solidFill>
                      <a:prstDash val="solid"/>
                    </a:lnT>
                    <a:lnB w="12240">
                      <a:solidFill>
                        <a:srgbClr val="C4C2B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56" name="Text 2"/>
          <p:cNvSpPr/>
          <p:nvPr/>
        </p:nvSpPr>
        <p:spPr>
          <a:xfrm>
            <a:off x="812880" y="4474440"/>
            <a:ext cx="10883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66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Depois de uma recusa, é possível solicitar de novo.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EXTRA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Ponto em aberto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9" name="Text 2"/>
          <p:cNvSpPr/>
          <p:nvPr/>
        </p:nvSpPr>
        <p:spPr>
          <a:xfrm>
            <a:off x="868320" y="1864440"/>
            <a:ext cx="10820160" cy="15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A pede amizade a B e B pede a A ao mesmo tempo.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banco precisa evitar duas linhas para o mesmo par.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Opção: um índice único no par de usuários.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Isso é uma decisão de schema.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C21B42"/>
                </a:solidFill>
                <a:effectLst/>
                <a:uFillTx/>
                <a:latin typeface="Arial"/>
                <a:ea typeface="Arial"/>
              </a:rPr>
              <a:t>PARA CONTINUAR ESTUDANDO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O que o projeto simplifica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2" name="Text 2"/>
          <p:cNvSpPr/>
          <p:nvPr/>
        </p:nvSpPr>
        <p:spPr>
          <a:xfrm>
            <a:off x="868320" y="1864440"/>
            <a:ext cx="10820160" cy="189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cache não tem expiração nem invalidação.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Os comentários não têm paginação.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banco é criado à mão, com schema.sql, sem migrations.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O login só tem access token, sem refresh token.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2B303C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2B303C"/>
                </a:solidFill>
                <a:effectLst/>
                <a:uFillTx/>
                <a:latin typeface="Arial"/>
                <a:ea typeface="Arial"/>
              </a:rPr>
              <a:t>Não há middleware nem interceptor próprios.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FF6B87"/>
                </a:solidFill>
                <a:effectLst/>
                <a:uFillTx/>
                <a:latin typeface="Arial"/>
                <a:ea typeface="Arial"/>
              </a:rPr>
              <a:t>PARA CONTINUAR ESTUDANDO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4" name="PlaceHolder 1"/>
          <p:cNvSpPr>
            <a:spLocks noGrp="1"/>
          </p:cNvSpPr>
          <p:nvPr>
            <p:ph type="title"/>
          </p:nvPr>
        </p:nvSpPr>
        <p:spPr>
          <a:xfrm>
            <a:off x="812880" y="113796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Para estudar depois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 2"/>
          <p:cNvSpPr/>
          <p:nvPr/>
        </p:nvSpPr>
        <p:spPr>
          <a:xfrm>
            <a:off x="868320" y="1864440"/>
            <a:ext cx="10820160" cy="189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98720" indent="-198720" defTabSz="914400">
              <a:lnSpc>
                <a:spcPts val="2945"/>
              </a:lnSpc>
              <a:buClr>
                <a:srgbClr val="F4F1EA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Interceptor para padronizar as respostas.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F4F1EA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Busca de usuários com pg_trgm: database/trigram-search.sql já existe.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F4F1EA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Chat com WebSockets.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F4F1EA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Filas para tarefas em segundo plano.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98720" indent="-198720" defTabSz="914400">
              <a:lnSpc>
                <a:spcPts val="2945"/>
              </a:lnSpc>
              <a:buClr>
                <a:srgbClr val="F4F1EA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F4F1EA"/>
                </a:solidFill>
                <a:effectLst/>
                <a:uFillTx/>
                <a:latin typeface="Arial"/>
                <a:ea typeface="Arial"/>
              </a:rPr>
              <a:t>CI/CD e deploy.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21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/>
          </p:cNvSpPr>
          <p:nvPr>
            <p:ph type="title"/>
          </p:nvPr>
        </p:nvSpPr>
        <p:spPr>
          <a:xfrm>
            <a:off x="812880" y="2025720"/>
            <a:ext cx="10883160" cy="109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8399"/>
              </a:lnSpc>
              <a:buNone/>
              <a:tabLst>
                <a:tab pos="0" algn="l"/>
              </a:tabLst>
            </a:pPr>
            <a:r>
              <a:rPr lang="en-US" sz="8000" b="1" u="none" strike="noStrike">
                <a:solidFill>
                  <a:srgbClr val="FFF6F3"/>
                </a:solidFill>
                <a:effectLst/>
                <a:uFillTx/>
                <a:latin typeface="Arial"/>
                <a:ea typeface="Arial"/>
              </a:rPr>
              <a:t>Obrigado!</a:t>
            </a:r>
            <a:endParaRPr lang="en-US" sz="8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7" name="Text 2"/>
          <p:cNvSpPr/>
          <p:nvPr/>
        </p:nvSpPr>
        <p:spPr>
          <a:xfrm>
            <a:off x="812880" y="3991680"/>
            <a:ext cx="108831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381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FF6F3"/>
                </a:solidFill>
                <a:effectLst/>
                <a:uFillTx/>
                <a:latin typeface="Arial"/>
                <a:ea typeface="Arial"/>
              </a:rPr>
              <a:t>Para guardar o projeto completo na sua máquina: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8" name="Text 3"/>
          <p:cNvSpPr/>
          <p:nvPr/>
        </p:nvSpPr>
        <p:spPr>
          <a:xfrm>
            <a:off x="812880" y="4547880"/>
            <a:ext cx="108831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6F3"/>
                </a:solidFill>
                <a:effectLst/>
                <a:uFillTx/>
                <a:latin typeface="Courier New"/>
                <a:ea typeface="Courier New"/>
              </a:rPr>
              <a:t>git switch -c minha-final final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Minicurso NestJS UDESC">
  <a:themeElements>
    <a:clrScheme name="Minicurso NestJS UDESC">
      <a:dk1>
        <a:srgbClr val="2B303C"/>
      </a:dk1>
      <a:lt1>
        <a:srgbClr val="F6F3EC"/>
      </a:lt1>
      <a:dk2>
        <a:srgbClr val="5E6168"/>
      </a:dk2>
      <a:lt2>
        <a:srgbClr val="E2E0DA"/>
      </a:lt2>
      <a:accent1>
        <a:srgbClr val="C21B42"/>
      </a:accent1>
      <a:accent2>
        <a:srgbClr val="FFB4C2"/>
      </a:accent2>
      <a:accent3>
        <a:srgbClr val="FF6B87"/>
      </a:accent3>
      <a:accent4>
        <a:srgbClr val="15171F"/>
      </a:accent4>
      <a:accent5>
        <a:srgbClr val="474D5B"/>
      </a:accent5>
      <a:accent6>
        <a:srgbClr val="C9CDD6"/>
      </a:accent6>
      <a:hlink>
        <a:srgbClr val="0563C1"/>
      </a:hlink>
      <a:folHlink>
        <a:srgbClr val="954F72"/>
      </a:folHlink>
    </a:clrScheme>
    <a:fontScheme name="Minicurso NestJS UDESC">
      <a:majorFont>
        <a:latin typeface="Arial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LibreOffice/26.8.0.3$Linux_X86_64 LibreOffice_project/680$Build-3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2026-10-06T20:28:37Z</dcterms:created>
  <dc:creator/>
  <dc:description/>
  <dc:language>en-US</dc:language>
  <cp:lastModifiedBy/>
  <dcterms:modified xsi:type="dcterms:W3CDTF">2026-10-06T18:43:58Z</dcterms:modified>
  <cp:revision>2</cp:revision>
  <dc:subject/>
  <dc:title>Minicurso NestJS UDESC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187</vt:i4>
  </property>
  <property fmtid="{D5CDD505-2E9C-101B-9397-08002B2CF9AE}" pid="3" name="PresentationFormat">
    <vt:lpwstr>On-screen Show (16:9)</vt:lpwstr>
  </property>
  <property fmtid="{D5CDD505-2E9C-101B-9397-08002B2CF9AE}" pid="4" name="Slides">
    <vt:i4>187</vt:i4>
  </property>
</Properties>
</file>